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  <p:sldMasterId id="2147483699" r:id="rId2"/>
    <p:sldMasterId id="2147483700" r:id="rId3"/>
    <p:sldMasterId id="2147483701" r:id="rId4"/>
  </p:sldMasterIdLst>
  <p:notesMasterIdLst>
    <p:notesMasterId r:id="rId4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1" r:id="rId39"/>
  </p:sldIdLst>
  <p:sldSz cx="9144000" cy="5143500" type="screen16x9"/>
  <p:notesSz cx="6858000" cy="9144000"/>
  <p:embeddedFontLst>
    <p:embeddedFont>
      <p:font typeface="Lato" panose="020F0502020204030203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D22185-97FC-F98B-5789-45E536845224}" v="3" dt="2023-08-04T10:51:27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2.fntdata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4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3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438dcf6b14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1438dcf6b14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921e9c98aa_0_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921e9c98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43d4e45a4f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43d4e45a4f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43d4e45a4f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43d4e45a4f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3d4e45a4f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43d4e45a4f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43d4e45a4f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43d4e45a4f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43d4e45a4f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43d4e45a4f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43d4e45a4f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43d4e45a4f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43d4e45a4f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43d4e45a4f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3d4e45a4f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43d4e45a4f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43d4e45a4f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43d4e45a4f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43d4e45a4f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43d4e45a4f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3d4e45a4f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43d4e45a4f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43d4e45a4f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43d4e45a4f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43d4e45a4f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43d4e45a4f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43d4e45a4f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43d4e45a4f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43d4e45a4f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43d4e45a4f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43d4e45a4f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43d4e45a4f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43d4e45a4f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43d4e45a4f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43d4e45a4f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43d4e45a4f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43d4e45a4f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43d4e45a4f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43d4e45a4f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43d4e45a4f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43d4e45a4f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43d4e45a4f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43d4e45a4f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43d4e45a4f_0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43d4e45a4f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43d4e45a4f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43d4e45a4f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43d4e45a4f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43d4e45a4f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43d4e45a4f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43d4e45a4f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43d4e45a4f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43d4e45a4f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43d4e45a4f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43d4e45a4f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43d4e45a4f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43d4e45a4f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43d4e45a4f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43d4e45a4f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43d4e45a4f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43d4e45a4f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43d4e45a4f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43d4e45a4f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143d4e45a4f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438dcf6b14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g1438dcf6b14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ubTitle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subTitle" idx="1"/>
          </p:nvPr>
        </p:nvSpPr>
        <p:spPr>
          <a:xfrm>
            <a:off x="457172" y="205067"/>
            <a:ext cx="8228700" cy="3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body" idx="3"/>
          </p:nvPr>
        </p:nvSpPr>
        <p:spPr>
          <a:xfrm>
            <a:off x="457172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body" idx="3"/>
          </p:nvPr>
        </p:nvSpPr>
        <p:spPr>
          <a:xfrm>
            <a:off x="4673927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body" idx="3"/>
          </p:nvPr>
        </p:nvSpPr>
        <p:spPr>
          <a:xfrm>
            <a:off x="457172" y="2761220"/>
            <a:ext cx="82287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2"/>
          </p:nvPr>
        </p:nvSpPr>
        <p:spPr>
          <a:xfrm>
            <a:off x="457172" y="2761220"/>
            <a:ext cx="82287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body" idx="3"/>
          </p:nvPr>
        </p:nvSpPr>
        <p:spPr>
          <a:xfrm>
            <a:off x="457172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body" idx="4"/>
          </p:nvPr>
        </p:nvSpPr>
        <p:spPr>
          <a:xfrm>
            <a:off x="4673927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body" idx="2"/>
          </p:nvPr>
        </p:nvSpPr>
        <p:spPr>
          <a:xfrm>
            <a:off x="3239388" y="1203299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6"/>
          <p:cNvSpPr txBox="1">
            <a:spLocks noGrp="1"/>
          </p:cNvSpPr>
          <p:nvPr>
            <p:ph type="body" idx="3"/>
          </p:nvPr>
        </p:nvSpPr>
        <p:spPr>
          <a:xfrm>
            <a:off x="6021277" y="1203299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6"/>
          <p:cNvSpPr txBox="1">
            <a:spLocks noGrp="1"/>
          </p:cNvSpPr>
          <p:nvPr>
            <p:ph type="body" idx="4"/>
          </p:nvPr>
        </p:nvSpPr>
        <p:spPr>
          <a:xfrm>
            <a:off x="457172" y="2761220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body" idx="5"/>
          </p:nvPr>
        </p:nvSpPr>
        <p:spPr>
          <a:xfrm>
            <a:off x="3239388" y="2761220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6"/>
          </p:nvPr>
        </p:nvSpPr>
        <p:spPr>
          <a:xfrm>
            <a:off x="6021277" y="2761220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0" name="Google Shape;110;p27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69162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6AA84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title"/>
          </p:nvPr>
        </p:nvSpPr>
        <p:spPr>
          <a:xfrm>
            <a:off x="132250" y="129900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800"/>
              <a:buNone/>
              <a:defRPr sz="2800" b="1">
                <a:solidFill>
                  <a:srgbClr val="3876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2">
  <p:cSld name="TITLE_AND_BODY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30"/>
          <p:cNvPicPr preferRelativeResize="0"/>
          <p:nvPr/>
        </p:nvPicPr>
        <p:blipFill rotWithShape="1">
          <a:blip r:embed="rId2">
            <a:alphaModFix/>
          </a:blip>
          <a:srcRect l="16443" t="7295"/>
          <a:stretch/>
        </p:blipFill>
        <p:spPr>
          <a:xfrm>
            <a:off x="3740385" y="418200"/>
            <a:ext cx="5403615" cy="396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0"/>
          <p:cNvSpPr txBox="1">
            <a:spLocks noGrp="1"/>
          </p:cNvSpPr>
          <p:nvPr>
            <p:ph type="ctrTitle"/>
          </p:nvPr>
        </p:nvSpPr>
        <p:spPr>
          <a:xfrm>
            <a:off x="297175" y="1144175"/>
            <a:ext cx="4119900" cy="10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297175" y="2266550"/>
            <a:ext cx="3662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angepaste lay-out 1">
  <p:cSld name="CUSTOM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1275" y="-25"/>
            <a:ext cx="4472726" cy="510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1"/>
          <p:cNvSpPr txBox="1">
            <a:spLocks noGrp="1"/>
          </p:cNvSpPr>
          <p:nvPr>
            <p:ph type="title"/>
          </p:nvPr>
        </p:nvSpPr>
        <p:spPr>
          <a:xfrm>
            <a:off x="4584150" y="1512950"/>
            <a:ext cx="43662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1"/>
          <p:cNvSpPr/>
          <p:nvPr/>
        </p:nvSpPr>
        <p:spPr>
          <a:xfrm>
            <a:off x="0" y="-25"/>
            <a:ext cx="45405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1"/>
          <p:cNvSpPr txBox="1">
            <a:spLocks noGrp="1"/>
          </p:cNvSpPr>
          <p:nvPr>
            <p:ph type="subTitle" idx="1"/>
          </p:nvPr>
        </p:nvSpPr>
        <p:spPr>
          <a:xfrm>
            <a:off x="4830450" y="2499050"/>
            <a:ext cx="3662100" cy="5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2" name="Google Shape;132;p31"/>
          <p:cNvSpPr txBox="1">
            <a:spLocks noGrp="1"/>
          </p:cNvSpPr>
          <p:nvPr>
            <p:ph type="body" idx="2"/>
          </p:nvPr>
        </p:nvSpPr>
        <p:spPr>
          <a:xfrm>
            <a:off x="4907675" y="31021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6" name="Google Shape;136;p32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0" name="Google Shape;140;p33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3"/>
          <p:cNvSpPr txBox="1">
            <a:spLocks noGrp="1"/>
          </p:cNvSpPr>
          <p:nvPr>
            <p:ph type="title"/>
          </p:nvPr>
        </p:nvSpPr>
        <p:spPr>
          <a:xfrm>
            <a:off x="132250" y="129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800"/>
              <a:buNone/>
              <a:defRPr sz="2800" b="1">
                <a:solidFill>
                  <a:srgbClr val="38761D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4"/>
          <p:cNvSpPr txBox="1">
            <a:spLocks noGrp="1"/>
          </p:cNvSpPr>
          <p:nvPr>
            <p:ph type="title"/>
          </p:nvPr>
        </p:nvSpPr>
        <p:spPr>
          <a:xfrm>
            <a:off x="132250" y="129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5" name="Google Shape;145;p3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6" name="Google Shape;146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34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5"/>
          <p:cNvSpPr txBox="1">
            <a:spLocks noGrp="1"/>
          </p:cNvSpPr>
          <p:nvPr>
            <p:ph type="title"/>
          </p:nvPr>
        </p:nvSpPr>
        <p:spPr>
          <a:xfrm>
            <a:off x="132250" y="129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1" name="Google Shape;151;p35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 txBox="1">
            <a:spLocks noGrp="1"/>
          </p:cNvSpPr>
          <p:nvPr>
            <p:ph type="title"/>
          </p:nvPr>
        </p:nvSpPr>
        <p:spPr>
          <a:xfrm>
            <a:off x="334175" y="450150"/>
            <a:ext cx="85653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5" name="Google Shape;155;p36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9" name="Google Shape;159;p3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0" name="Google Shape;160;p3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37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65" name="Google Shape;165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6" name="Google Shape;166;p38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9" name="Google Shape;169;p3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0" name="Google Shape;170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1" name="Google Shape;171;p39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4" name="Google Shape;174;p40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3"/>
          <p:cNvSpPr txBox="1">
            <a:spLocks noGrp="1"/>
          </p:cNvSpPr>
          <p:nvPr>
            <p:ph type="subTitle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4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44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5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45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45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6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subTitle" idx="1"/>
          </p:nvPr>
        </p:nvSpPr>
        <p:spPr>
          <a:xfrm>
            <a:off x="457172" y="205067"/>
            <a:ext cx="8228700" cy="3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8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48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48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8"/>
          <p:cNvSpPr txBox="1">
            <a:spLocks noGrp="1"/>
          </p:cNvSpPr>
          <p:nvPr>
            <p:ph type="body" idx="3"/>
          </p:nvPr>
        </p:nvSpPr>
        <p:spPr>
          <a:xfrm>
            <a:off x="457172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9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49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49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49"/>
          <p:cNvSpPr txBox="1">
            <a:spLocks noGrp="1"/>
          </p:cNvSpPr>
          <p:nvPr>
            <p:ph type="body" idx="3"/>
          </p:nvPr>
        </p:nvSpPr>
        <p:spPr>
          <a:xfrm>
            <a:off x="4673927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0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0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50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50"/>
          <p:cNvSpPr txBox="1">
            <a:spLocks noGrp="1"/>
          </p:cNvSpPr>
          <p:nvPr>
            <p:ph type="body" idx="3"/>
          </p:nvPr>
        </p:nvSpPr>
        <p:spPr>
          <a:xfrm>
            <a:off x="457172" y="2761220"/>
            <a:ext cx="82287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1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51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51"/>
          <p:cNvSpPr txBox="1">
            <a:spLocks noGrp="1"/>
          </p:cNvSpPr>
          <p:nvPr>
            <p:ph type="body" idx="2"/>
          </p:nvPr>
        </p:nvSpPr>
        <p:spPr>
          <a:xfrm>
            <a:off x="457172" y="2761220"/>
            <a:ext cx="82287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2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52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52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52"/>
          <p:cNvSpPr txBox="1">
            <a:spLocks noGrp="1"/>
          </p:cNvSpPr>
          <p:nvPr>
            <p:ph type="body" idx="3"/>
          </p:nvPr>
        </p:nvSpPr>
        <p:spPr>
          <a:xfrm>
            <a:off x="457172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52"/>
          <p:cNvSpPr txBox="1">
            <a:spLocks noGrp="1"/>
          </p:cNvSpPr>
          <p:nvPr>
            <p:ph type="body" idx="4"/>
          </p:nvPr>
        </p:nvSpPr>
        <p:spPr>
          <a:xfrm>
            <a:off x="4673927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5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53"/>
          <p:cNvSpPr txBox="1">
            <a:spLocks noGrp="1"/>
          </p:cNvSpPr>
          <p:nvPr>
            <p:ph type="body" idx="2"/>
          </p:nvPr>
        </p:nvSpPr>
        <p:spPr>
          <a:xfrm>
            <a:off x="3239388" y="1203299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53"/>
          <p:cNvSpPr txBox="1">
            <a:spLocks noGrp="1"/>
          </p:cNvSpPr>
          <p:nvPr>
            <p:ph type="body" idx="3"/>
          </p:nvPr>
        </p:nvSpPr>
        <p:spPr>
          <a:xfrm>
            <a:off x="6021277" y="1203299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53"/>
          <p:cNvSpPr txBox="1">
            <a:spLocks noGrp="1"/>
          </p:cNvSpPr>
          <p:nvPr>
            <p:ph type="body" idx="4"/>
          </p:nvPr>
        </p:nvSpPr>
        <p:spPr>
          <a:xfrm>
            <a:off x="457172" y="2761220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53"/>
          <p:cNvSpPr txBox="1">
            <a:spLocks noGrp="1"/>
          </p:cNvSpPr>
          <p:nvPr>
            <p:ph type="body" idx="5"/>
          </p:nvPr>
        </p:nvSpPr>
        <p:spPr>
          <a:xfrm>
            <a:off x="3239388" y="2761220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53"/>
          <p:cNvSpPr txBox="1">
            <a:spLocks noGrp="1"/>
          </p:cNvSpPr>
          <p:nvPr>
            <p:ph type="body" idx="6"/>
          </p:nvPr>
        </p:nvSpPr>
        <p:spPr>
          <a:xfrm>
            <a:off x="6021277" y="2761220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2" name="Google Shape;232;p54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4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6916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 i="1">
                <a:solidFill>
                  <a:srgbClr val="6AA84F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54"/>
          <p:cNvSpPr txBox="1">
            <a:spLocks noGrp="1"/>
          </p:cNvSpPr>
          <p:nvPr>
            <p:ph type="title"/>
          </p:nvPr>
        </p:nvSpPr>
        <p:spPr>
          <a:xfrm>
            <a:off x="132250" y="129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800"/>
              <a:buNone/>
              <a:defRPr sz="2800" b="1">
                <a:solidFill>
                  <a:srgbClr val="38761D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457172" y="4685192"/>
            <a:ext cx="2130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127054" y="4685192"/>
            <a:ext cx="28980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6555842" y="4685192"/>
            <a:ext cx="2130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>
            <a:spLocks noGrp="1"/>
          </p:cNvSpPr>
          <p:nvPr>
            <p:ph type="title"/>
          </p:nvPr>
        </p:nvSpPr>
        <p:spPr>
          <a:xfrm>
            <a:off x="132250" y="129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1" name="Google Shape;121;p29"/>
          <p:cNvSpPr txBox="1"/>
          <p:nvPr/>
        </p:nvSpPr>
        <p:spPr>
          <a:xfrm>
            <a:off x="-46325" y="-95350"/>
            <a:ext cx="6114600" cy="2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1" u="none" strike="noStrike" cap="non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Afstandsles (Lesweek 30/30-3/04)  1TIN security essentials 2019-2020 </a:t>
            </a:r>
            <a:endParaRPr sz="1000" b="0" i="1" u="none" strike="noStrike" cap="non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1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p41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41"/>
          <p:cNvSpPr txBox="1">
            <a:spLocks noGrp="1"/>
          </p:cNvSpPr>
          <p:nvPr>
            <p:ph type="dt" idx="10"/>
          </p:nvPr>
        </p:nvSpPr>
        <p:spPr>
          <a:xfrm>
            <a:off x="457172" y="4685192"/>
            <a:ext cx="2130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41"/>
          <p:cNvSpPr txBox="1">
            <a:spLocks noGrp="1"/>
          </p:cNvSpPr>
          <p:nvPr>
            <p:ph type="ftr" idx="11"/>
          </p:nvPr>
        </p:nvSpPr>
        <p:spPr>
          <a:xfrm>
            <a:off x="3127054" y="4685192"/>
            <a:ext cx="28980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41"/>
          <p:cNvSpPr txBox="1">
            <a:spLocks noGrp="1"/>
          </p:cNvSpPr>
          <p:nvPr>
            <p:ph type="sldNum" idx="12"/>
          </p:nvPr>
        </p:nvSpPr>
        <p:spPr>
          <a:xfrm>
            <a:off x="6555842" y="4685192"/>
            <a:ext cx="2130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AmazonWebServices/devops-on-aws-devops-day-san-francisco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5"/>
          <p:cNvSpPr txBox="1">
            <a:spLocks noGrp="1"/>
          </p:cNvSpPr>
          <p:nvPr>
            <p:ph type="ctrTitle"/>
          </p:nvPr>
        </p:nvSpPr>
        <p:spPr>
          <a:xfrm>
            <a:off x="452900" y="690325"/>
            <a:ext cx="4119900" cy="10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Cloud Services 2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240" name="Google Shape;240;p55"/>
          <p:cNvSpPr txBox="1">
            <a:spLocks noGrp="1"/>
          </p:cNvSpPr>
          <p:nvPr>
            <p:ph type="subTitle" idx="1"/>
          </p:nvPr>
        </p:nvSpPr>
        <p:spPr>
          <a:xfrm>
            <a:off x="1120800" y="2070900"/>
            <a:ext cx="3662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1"/>
              <a:t>Amazon Web Services</a:t>
            </a:r>
            <a:endParaRPr b="1"/>
          </a:p>
        </p:txBody>
      </p:sp>
      <p:sp>
        <p:nvSpPr>
          <p:cNvPr id="241" name="Google Shape;241;p55"/>
          <p:cNvSpPr/>
          <p:nvPr/>
        </p:nvSpPr>
        <p:spPr>
          <a:xfrm>
            <a:off x="0" y="0"/>
            <a:ext cx="4809300" cy="458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6"/>
          <p:cNvSpPr txBox="1"/>
          <p:nvPr/>
        </p:nvSpPr>
        <p:spPr>
          <a:xfrm>
            <a:off x="457625" y="176971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6"/>
          <p:cNvSpPr txBox="1"/>
          <p:nvPr/>
        </p:nvSpPr>
        <p:spPr>
          <a:xfrm>
            <a:off x="627092" y="3785027"/>
            <a:ext cx="7888800" cy="13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25" tIns="82925" rIns="82925" bIns="829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2200"/>
              </a:spcBef>
              <a:spcAft>
                <a:spcPts val="500"/>
              </a:spcAft>
              <a:buNone/>
            </a:pPr>
            <a:r>
              <a:rPr lang="en-GB" sz="2100" b="1">
                <a:solidFill>
                  <a:schemeClr val="lt1"/>
                </a:solidFill>
              </a:rPr>
              <a:t>AWS DevOps Tools</a:t>
            </a: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48" name="Google Shape;24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2338" y="1431715"/>
            <a:ext cx="3739325" cy="228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7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56" name="Google Shape;25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58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63" name="Google Shape;26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00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59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70" name="Google Shape;27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00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60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77" name="Google Shape;27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3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61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84" name="Google Shape;28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2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90" name="Google Shape;29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"/>
            <a:ext cx="91440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3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97" name="Google Shape;29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"/>
            <a:ext cx="9144000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00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64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05" name="Google Shape;305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65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12" name="Google Shape;31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00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66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19" name="Google Shape;31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7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25" name="Google Shape;32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00" cy="5143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3768" y="16827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68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33" name="Google Shape;333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69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40" name="Google Shape;340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8843" y="109699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70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47" name="Google Shape;34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8843" y="6200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00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71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54" name="Google Shape;35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00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72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61" name="Google Shape;36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8868" y="310499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00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73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68" name="Google Shape;36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2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74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75" name="Google Shape;37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75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82" name="Google Shape;38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00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76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89" name="Google Shape;389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210099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77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96" name="Google Shape;396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8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02" name="Google Shape;40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00" cy="5143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79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10" name="Google Shape;41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00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80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17" name="Google Shape;417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00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81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24" name="Google Shape;42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82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31" name="Google Shape;431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83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38" name="Google Shape;438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84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45" name="Google Shape;445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85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52" name="Google Shape;452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86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59" name="Google Shape;459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00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87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66" name="Google Shape;466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8868" y="1766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8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DevOps Engineering Best Practices 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472" name="Google Shape;472;p88"/>
          <p:cNvSpPr txBox="1">
            <a:spLocks noGrp="1"/>
          </p:cNvSpPr>
          <p:nvPr>
            <p:ph type="body" idx="1"/>
          </p:nvPr>
        </p:nvSpPr>
        <p:spPr>
          <a:xfrm>
            <a:off x="603950" y="1623000"/>
            <a:ext cx="4056000" cy="1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sz="1400">
                <a:solidFill>
                  <a:schemeClr val="lt1"/>
                </a:solidFill>
                <a:highlight>
                  <a:schemeClr val="dk1"/>
                </a:highlight>
              </a:rPr>
              <a:t>Develop on main line</a:t>
            </a:r>
            <a:endParaRPr sz="14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sz="1400">
                <a:solidFill>
                  <a:schemeClr val="lt1"/>
                </a:solidFill>
                <a:highlight>
                  <a:schemeClr val="dk1"/>
                </a:highlight>
              </a:rPr>
              <a:t>Only Build Your Binaries Once</a:t>
            </a:r>
            <a:endParaRPr sz="14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sz="1400">
                <a:solidFill>
                  <a:schemeClr val="lt1"/>
                </a:solidFill>
                <a:highlight>
                  <a:schemeClr val="dk1"/>
                </a:highlight>
              </a:rPr>
              <a:t>Deploy the Same Way to Every Environment</a:t>
            </a:r>
            <a:endParaRPr sz="14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sz="1400">
                <a:solidFill>
                  <a:schemeClr val="lt1"/>
                </a:solidFill>
                <a:highlight>
                  <a:schemeClr val="dk1"/>
                </a:highlight>
              </a:rPr>
              <a:t>Smoke-Test Your Deployments</a:t>
            </a:r>
            <a:endParaRPr sz="14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473" name="Google Shape;473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1100" y="2960125"/>
            <a:ext cx="6321800" cy="21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88"/>
          <p:cNvSpPr txBox="1"/>
          <p:nvPr/>
        </p:nvSpPr>
        <p:spPr>
          <a:xfrm>
            <a:off x="4473725" y="1623000"/>
            <a:ext cx="4415400" cy="1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Deploy into a Copy of Production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Each Change Should Propagate through the Pipeline Instantly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If Any Part of the Pipeline Fails, Stop the Line</a:t>
            </a:r>
            <a:endParaRPr sz="1300" b="1" i="0" u="none" strike="noStrike" cap="none">
              <a:solidFill>
                <a:schemeClr val="lt1"/>
              </a:solidFill>
              <a:highlight>
                <a:schemeClr val="dk1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75" name="Google Shape;475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0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 sz="2200" b="1">
                <a:solidFill>
                  <a:schemeClr val="lt1"/>
                </a:solidFill>
              </a:rPr>
              <a:t>Extra leermaterialen &amp; labs</a:t>
            </a:r>
            <a:endParaRPr sz="2200" b="1">
              <a:solidFill>
                <a:schemeClr val="lt1"/>
              </a:solidFill>
            </a:endParaRPr>
          </a:p>
        </p:txBody>
      </p:sp>
      <p:sp>
        <p:nvSpPr>
          <p:cNvPr id="490" name="Google Shape;490;p90"/>
          <p:cNvSpPr txBox="1">
            <a:spLocks noGrp="1"/>
          </p:cNvSpPr>
          <p:nvPr>
            <p:ph type="body" idx="1"/>
          </p:nvPr>
        </p:nvSpPr>
        <p:spPr>
          <a:xfrm>
            <a:off x="1170875" y="1203300"/>
            <a:ext cx="75150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endParaRPr lang="en-GB" sz="1100" dirty="0">
              <a:solidFill>
                <a:schemeClr val="lt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Bronvermelding slides:</a:t>
            </a:r>
            <a:endParaRPr sz="1100">
              <a:solidFill>
                <a:schemeClr val="lt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</a:rPr>
              <a:t>AWS Techtalk: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3"/>
              </a:rPr>
              <a:t>https://www.slideshare.net/AmazonWebServices/devops-on-aws-devops-day-san-francisco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100">
              <a:solidFill>
                <a:schemeClr val="dk1"/>
              </a:solidFill>
            </a:endParaRPr>
          </a:p>
        </p:txBody>
      </p:sp>
      <p:pic>
        <p:nvPicPr>
          <p:cNvPr id="491" name="Google Shape;491;p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25" y="2280825"/>
            <a:ext cx="827525" cy="8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35</Slides>
  <Notes>35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Simple Light</vt:lpstr>
      <vt:lpstr>Office Theme</vt:lpstr>
      <vt:lpstr>Simple Light</vt:lpstr>
      <vt:lpstr>Office Theme</vt:lpstr>
      <vt:lpstr>Cloud Services 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DevOps Engineering Best Practices </vt:lpstr>
      <vt:lpstr>Extra leermaterialen &amp; labs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Services 2 </dc:title>
  <cp:revision>4</cp:revision>
  <dcterms:modified xsi:type="dcterms:W3CDTF">2026-01-13T14:27:48Z</dcterms:modified>
</cp:coreProperties>
</file>