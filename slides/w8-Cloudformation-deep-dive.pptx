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9" r:id="rId1"/>
    <p:sldMasterId id="2147483710" r:id="rId2"/>
    <p:sldMasterId id="2147483711" r:id="rId3"/>
    <p:sldMasterId id="2147483712" r:id="rId4"/>
  </p:sldMasterIdLst>
  <p:notesMasterIdLst>
    <p:notesMasterId r:id="rId3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9144000" cy="5143500" type="screen16x9"/>
  <p:notesSz cx="6858000" cy="9144000"/>
  <p:embeddedFontLst>
    <p:embeddedFont>
      <p:font typeface="Helvetica Neue" panose="020B060402020202020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B9DB52-7BA6-E282-82A6-F9A6503F319C}" v="6" dt="2025-11-16T10:18:20.375"/>
  </p1510:revLst>
</p1510:revInfo>
</file>

<file path=ppt/tableStyles.xml><?xml version="1.0" encoding="utf-8"?>
<a:tblStyleLst xmlns:a="http://schemas.openxmlformats.org/drawingml/2006/main" def="{53206526-741B-4F28-9A6E-DE1608022911}">
  <a:tblStyle styleId="{53206526-741B-4F28-9A6E-DE160802291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aws.amazon.com/AWSCloudFormation/latest/UserGuide/parameters-section-structure.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docs.aws.amazon.com/AWSCloudFormation/latest/UserGuide/intrinsic-function-reference-ref.html"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docs.aws.amazon.com/AWSCloudFormation/latest/UserGuide/intrinsic-function-reference.html" TargetMode="External"/><Relationship Id="rId4" Type="http://schemas.openxmlformats.org/officeDocument/2006/relationships/hyperlink" Target="http://docs.aws.amazon.com/AWSCloudFormation/latest/UserGuide/intrinsic-function-reference-getatt.html"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ocs.aws.amazon.com/AWSCloudFormation/latest/UserGuide/pseudo-parameter-reference.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aws.amazon.com/AWSCloudFormation/latest/UserGuide/mappings-section-structure.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aws.amazon.com/AWSCloudFormation/latest/UserGuide/mappings-section-structure.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docs.aws.amazon.com/AWSCloudFormation/latest/UserGuide/resources-section-structure.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aws.amazon.com/AWSCloudFormation/latest/UserGuide/cfn-init.html"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docs.aws.amazon.com/AWSCloudFormation/latest/UserGuide/aws-resource-init.html" TargetMode="External"/><Relationship Id="rId5" Type="http://schemas.openxmlformats.org/officeDocument/2006/relationships/hyperlink" Target="https://docs.aws.amazon.com/AWSCloudFormation/latest/UserGuide/cfn-windows-stacks-bootstrapping.html" TargetMode="External"/><Relationship Id="rId4" Type="http://schemas.openxmlformats.org/officeDocument/2006/relationships/hyperlink" Target="https://docs.aws.amazon.com/AWSCloudFormation/latest/UserGuide/deploying.applications.html"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docs.aws.amazon.com/cli/latest/reference/cloudformation/continue-update-rollback.html"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docs.aws.amazon.com/AWSCloudFormation/latest/UserGuide/using-cfn-updating-stacks-continueupdaterollback.html"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1438dcf6b14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g1438dcf6b14_0_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17b44a8fbcf_0_4:notes"/>
          <p:cNvSpPr txBox="1">
            <a:spLocks noGrp="1"/>
          </p:cNvSpPr>
          <p:nvPr>
            <p:ph type="body" idx="1"/>
          </p:nvPr>
        </p:nvSpPr>
        <p:spPr>
          <a:xfrm>
            <a:off x="685784" y="4343396"/>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g17b44a8fbc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17b44a8fbcf_0_3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g17b44a8fbcf_0_3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t>This module will explore the benefits for configuration management in the cloud.</a:t>
            </a:r>
            <a:endParaRPr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17b44a8fbcf_0_18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g17b44a8fbcf_0_1865:notes"/>
          <p:cNvSpPr txBox="1">
            <a:spLocks noGrp="1"/>
          </p:cNvSpPr>
          <p:nvPr>
            <p:ph type="body" idx="1"/>
          </p:nvPr>
        </p:nvSpPr>
        <p:spPr>
          <a:xfrm>
            <a:off x="685800" y="4400550"/>
            <a:ext cx="5486400" cy="4143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latin typeface="Calibri"/>
                <a:ea typeface="Calibri"/>
                <a:cs typeface="Calibri"/>
                <a:sym typeface="Calibri"/>
              </a:rPr>
              <a:t>AWS CloudFormation enables you to create and provision AWS infrastructure deployments predictably and repeatedly. You can build reliable and scalable applications by using AWS CloudFormation to create and manage your deployment of AWS resources. You can use AWS CloudFormation on services such as Amazon EC2, Amazon EBS, Amazon Simple Notification Service (Amazon SNS), Elastic Load Balancing, and Auto Scaling. AWS CloudFormation enables you to use a template file to create and delete a collection of resources, which are managed together as a single unit (a </a:t>
            </a:r>
            <a:r>
              <a:rPr lang="en-GB" sz="1000" i="1">
                <a:latin typeface="Calibri"/>
                <a:ea typeface="Calibri"/>
                <a:cs typeface="Calibri"/>
                <a:sym typeface="Calibri"/>
              </a:rPr>
              <a:t>stack</a:t>
            </a:r>
            <a:r>
              <a:rPr lang="en-GB" sz="1000">
                <a:latin typeface="Calibri"/>
                <a:ea typeface="Calibri"/>
                <a:cs typeface="Calibri"/>
                <a:sym typeface="Calibri"/>
              </a:rPr>
              <a:t>).</a:t>
            </a:r>
            <a:endParaRPr/>
          </a:p>
          <a:p>
            <a:pPr marL="0" lvl="0" indent="0" algn="l" rtl="0">
              <a:spcBef>
                <a:spcPts val="0"/>
              </a:spcBef>
              <a:spcAft>
                <a:spcPts val="0"/>
              </a:spcAft>
              <a:buNone/>
            </a:pPr>
            <a:endParaRPr sz="1000" b="1">
              <a:latin typeface="Calibri"/>
              <a:ea typeface="Calibri"/>
              <a:cs typeface="Calibri"/>
              <a:sym typeface="Calibri"/>
            </a:endParaRPr>
          </a:p>
          <a:p>
            <a:pPr marL="0" lvl="0" indent="0" algn="l" rtl="0">
              <a:spcBef>
                <a:spcPts val="0"/>
              </a:spcBef>
              <a:spcAft>
                <a:spcPts val="0"/>
              </a:spcAft>
              <a:buNone/>
            </a:pPr>
            <a:r>
              <a:rPr lang="en-GB" sz="1000" b="0" i="0">
                <a:solidFill>
                  <a:schemeClr val="dk1"/>
                </a:solidFill>
                <a:latin typeface="Calibri"/>
                <a:ea typeface="Calibri"/>
                <a:cs typeface="Calibri"/>
                <a:sym typeface="Calibri"/>
              </a:rPr>
              <a:t>Even though you manage your resources through AWS CloudFormation, users can change those resources </a:t>
            </a:r>
            <a:r>
              <a:rPr lang="en-GB" sz="1000" b="0" i="1">
                <a:solidFill>
                  <a:schemeClr val="dk1"/>
                </a:solidFill>
                <a:latin typeface="Calibri"/>
                <a:ea typeface="Calibri"/>
                <a:cs typeface="Calibri"/>
                <a:sym typeface="Calibri"/>
              </a:rPr>
              <a:t>outside</a:t>
            </a:r>
            <a:r>
              <a:rPr lang="en-GB" sz="1000" b="0" i="0">
                <a:solidFill>
                  <a:schemeClr val="dk1"/>
                </a:solidFill>
                <a:latin typeface="Calibri"/>
                <a:ea typeface="Calibri"/>
                <a:cs typeface="Calibri"/>
                <a:sym typeface="Calibri"/>
              </a:rPr>
              <a:t> of AWS CloudFormation. Users can edit resources directly by using the underlying service that created the resource. For example, you can use the Amazon EC2 console to update a server instance that was created as part of an AWS CloudFormation stack. Some changes might be accidental, and some might be made intentionally to respond to time-sensitive operational events. Regardless, changes that are made outside of AWS CloudFormation can complicate stack update or deletion operations. </a:t>
            </a:r>
            <a:endParaRPr/>
          </a:p>
          <a:p>
            <a:pPr marL="0" lvl="0" indent="0" algn="l" rtl="0">
              <a:spcBef>
                <a:spcPts val="0"/>
              </a:spcBef>
              <a:spcAft>
                <a:spcPts val="0"/>
              </a:spcAft>
              <a:buNone/>
            </a:pPr>
            <a:endParaRPr sz="1000" b="0" i="0">
              <a:solidFill>
                <a:schemeClr val="dk1"/>
              </a:solidFill>
              <a:latin typeface="Calibri"/>
              <a:ea typeface="Calibri"/>
              <a:cs typeface="Calibri"/>
              <a:sym typeface="Calibri"/>
            </a:endParaRPr>
          </a:p>
          <a:p>
            <a:pPr marL="0" lvl="0" indent="0" algn="l" rtl="0">
              <a:spcBef>
                <a:spcPts val="0"/>
              </a:spcBef>
              <a:spcAft>
                <a:spcPts val="0"/>
              </a:spcAft>
              <a:buNone/>
            </a:pPr>
            <a:r>
              <a:rPr lang="en-GB" sz="1000" b="0" i="0">
                <a:solidFill>
                  <a:schemeClr val="dk1"/>
                </a:solidFill>
                <a:latin typeface="Calibri"/>
                <a:ea typeface="Calibri"/>
                <a:cs typeface="Calibri"/>
                <a:sym typeface="Calibri"/>
              </a:rPr>
              <a:t>You can use </a:t>
            </a:r>
            <a:r>
              <a:rPr lang="en-GB" sz="1000" b="0" i="1">
                <a:solidFill>
                  <a:schemeClr val="dk1"/>
                </a:solidFill>
                <a:latin typeface="Calibri"/>
                <a:ea typeface="Calibri"/>
                <a:cs typeface="Calibri"/>
                <a:sym typeface="Calibri"/>
              </a:rPr>
              <a:t>drift</a:t>
            </a:r>
            <a:r>
              <a:rPr lang="en-GB" sz="1000" b="0" i="0">
                <a:solidFill>
                  <a:schemeClr val="dk1"/>
                </a:solidFill>
                <a:latin typeface="Calibri"/>
                <a:ea typeface="Calibri"/>
                <a:cs typeface="Calibri"/>
                <a:sym typeface="Calibri"/>
              </a:rPr>
              <a:t> </a:t>
            </a:r>
            <a:r>
              <a:rPr lang="en-GB" sz="1000" b="0" i="1">
                <a:solidFill>
                  <a:schemeClr val="dk1"/>
                </a:solidFill>
                <a:latin typeface="Calibri"/>
                <a:ea typeface="Calibri"/>
                <a:cs typeface="Calibri"/>
                <a:sym typeface="Calibri"/>
              </a:rPr>
              <a:t>detection</a:t>
            </a:r>
            <a:r>
              <a:rPr lang="en-GB" sz="1000" b="0" i="0">
                <a:solidFill>
                  <a:schemeClr val="dk1"/>
                </a:solidFill>
                <a:latin typeface="Calibri"/>
                <a:ea typeface="Calibri"/>
                <a:cs typeface="Calibri"/>
                <a:sym typeface="Calibri"/>
              </a:rPr>
              <a:t> to identify which stack resources have configuration changes that were made outside of AWS CloudFormation management. You can then take corrective action so that your stack resources are again in sync with their definitions in the stack template. For example, you could update the drifted resources directly so that they agree with their template definition. Resolving drift helps to ensure the consistency of your configuration and the success of your stack operations.</a:t>
            </a:r>
            <a:endParaRPr sz="1000" b="1">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7b44a8fbcf_0_18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g17b44a8fbcf_0_18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latin typeface="Calibri"/>
                <a:ea typeface="Calibri"/>
                <a:cs typeface="Calibri"/>
                <a:sym typeface="Calibri"/>
              </a:rPr>
              <a:t>Two major terms for AWS CloudFormation are </a:t>
            </a:r>
            <a:r>
              <a:rPr lang="en-GB" sz="1000" i="1">
                <a:latin typeface="Calibri"/>
                <a:ea typeface="Calibri"/>
                <a:cs typeface="Calibri"/>
                <a:sym typeface="Calibri"/>
              </a:rPr>
              <a:t>templates</a:t>
            </a:r>
            <a:r>
              <a:rPr lang="en-GB" sz="1000">
                <a:latin typeface="Calibri"/>
                <a:ea typeface="Calibri"/>
                <a:cs typeface="Calibri"/>
                <a:sym typeface="Calibri"/>
              </a:rPr>
              <a:t> and </a:t>
            </a:r>
            <a:r>
              <a:rPr lang="en-GB" sz="1000" i="1">
                <a:latin typeface="Calibri"/>
                <a:ea typeface="Calibri"/>
                <a:cs typeface="Calibri"/>
                <a:sym typeface="Calibri"/>
              </a:rPr>
              <a:t>stacks</a:t>
            </a:r>
            <a:r>
              <a:rPr lang="en-GB" sz="1000">
                <a:latin typeface="Calibri"/>
                <a:ea typeface="Calibri"/>
                <a:cs typeface="Calibri"/>
                <a:sym typeface="Calibri"/>
              </a:rPr>
              <a:t>.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A </a:t>
            </a:r>
            <a:r>
              <a:rPr lang="en-GB" sz="1000" i="1">
                <a:latin typeface="Calibri"/>
                <a:ea typeface="Calibri"/>
                <a:cs typeface="Calibri"/>
                <a:sym typeface="Calibri"/>
              </a:rPr>
              <a:t>template</a:t>
            </a:r>
            <a:r>
              <a:rPr lang="en-GB" sz="1000">
                <a:latin typeface="Calibri"/>
                <a:ea typeface="Calibri"/>
                <a:cs typeface="Calibri"/>
                <a:sym typeface="Calibri"/>
              </a:rPr>
              <a:t> is a specification of the AWS resources to be provisioned.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A </a:t>
            </a:r>
            <a:r>
              <a:rPr lang="en-GB" sz="1000" i="1">
                <a:latin typeface="Calibri"/>
                <a:ea typeface="Calibri"/>
                <a:cs typeface="Calibri"/>
                <a:sym typeface="Calibri"/>
              </a:rPr>
              <a:t>stack</a:t>
            </a:r>
            <a:r>
              <a:rPr lang="en-GB" sz="1000">
                <a:latin typeface="Calibri"/>
                <a:ea typeface="Calibri"/>
                <a:cs typeface="Calibri"/>
                <a:sym typeface="Calibri"/>
              </a:rPr>
              <a:t> is a collection of AWS resources that were created from a template. You might provision (create) a stack numerous times.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When a stack is </a:t>
            </a:r>
            <a:r>
              <a:rPr lang="en-GB" sz="1000" i="1">
                <a:latin typeface="Calibri"/>
                <a:ea typeface="Calibri"/>
                <a:cs typeface="Calibri"/>
                <a:sym typeface="Calibri"/>
              </a:rPr>
              <a:t>provisioned</a:t>
            </a:r>
            <a:r>
              <a:rPr lang="en-GB" sz="1000">
                <a:latin typeface="Calibri"/>
                <a:ea typeface="Calibri"/>
                <a:cs typeface="Calibri"/>
                <a:sym typeface="Calibri"/>
              </a:rPr>
              <a:t>, the AWS resources that are specified by the stack template are created. Any charges incurred from using these services will start accruing when they are created as part of the AWS CloudFormation stack.</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When a stack is </a:t>
            </a:r>
            <a:r>
              <a:rPr lang="en-GB" sz="1000" i="1">
                <a:latin typeface="Calibri"/>
                <a:ea typeface="Calibri"/>
                <a:cs typeface="Calibri"/>
                <a:sym typeface="Calibri"/>
              </a:rPr>
              <a:t>deleted</a:t>
            </a:r>
            <a:r>
              <a:rPr lang="en-GB" sz="1000">
                <a:latin typeface="Calibri"/>
                <a:ea typeface="Calibri"/>
                <a:cs typeface="Calibri"/>
                <a:sym typeface="Calibri"/>
              </a:rPr>
              <a:t>, the resources that are associated with that stack are deleted. The order of deletion is determined by AWS CloudFormation. You do not have direct control over what gets deleted when</a:t>
            </a:r>
            <a:r>
              <a:rPr lang="en-GB" sz="1200">
                <a:latin typeface="Calibri"/>
                <a:ea typeface="Calibri"/>
                <a:cs typeface="Calibri"/>
                <a:sym typeface="Calibri"/>
              </a:rPr>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17b44a8fbcf_0_19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g17b44a8fbcf_0_1916:notes"/>
          <p:cNvSpPr txBox="1">
            <a:spLocks noGrp="1"/>
          </p:cNvSpPr>
          <p:nvPr>
            <p:ph type="body" idx="1"/>
          </p:nvPr>
        </p:nvSpPr>
        <p:spPr>
          <a:xfrm>
            <a:off x="701042" y="4415791"/>
            <a:ext cx="5608200" cy="4281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b="0">
                <a:latin typeface="Calibri"/>
                <a:ea typeface="Calibri"/>
                <a:cs typeface="Calibri"/>
                <a:sym typeface="Calibri"/>
              </a:rPr>
              <a:t>Here, you see the major components of an AWS CloudFormation template.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1" i="0">
                <a:latin typeface="Calibri"/>
                <a:ea typeface="Calibri"/>
                <a:cs typeface="Calibri"/>
                <a:sym typeface="Calibri"/>
              </a:rPr>
              <a:t>Parameters</a:t>
            </a:r>
            <a:r>
              <a:rPr lang="en-GB" sz="1000" b="0">
                <a:latin typeface="Calibri"/>
                <a:ea typeface="Calibri"/>
                <a:cs typeface="Calibri"/>
                <a:sym typeface="Calibri"/>
              </a:rPr>
              <a:t> is an </a:t>
            </a:r>
            <a:r>
              <a:rPr lang="en-GB" sz="1000" b="0" i="1">
                <a:latin typeface="Calibri"/>
                <a:ea typeface="Calibri"/>
                <a:cs typeface="Calibri"/>
                <a:sym typeface="Calibri"/>
              </a:rPr>
              <a:t>optional</a:t>
            </a:r>
            <a:r>
              <a:rPr lang="en-GB" sz="1000" b="0">
                <a:latin typeface="Calibri"/>
                <a:ea typeface="Calibri"/>
                <a:cs typeface="Calibri"/>
                <a:sym typeface="Calibri"/>
              </a:rPr>
              <a:t> section of the template. When parameters are present, they include name-value pairs. These parameters can then be referenced later in the template.</a:t>
            </a:r>
            <a:endParaRPr/>
          </a:p>
          <a:p>
            <a:pPr marL="0" lvl="0" indent="0" algn="l" rtl="0">
              <a:spcBef>
                <a:spcPts val="0"/>
              </a:spcBef>
              <a:spcAft>
                <a:spcPts val="0"/>
              </a:spcAft>
              <a:buNone/>
            </a:pPr>
            <a:r>
              <a:rPr lang="en-GB" sz="1000" b="0">
                <a:latin typeface="Calibri"/>
                <a:ea typeface="Calibri"/>
                <a:cs typeface="Calibri"/>
                <a:sym typeface="Calibri"/>
              </a:rPr>
              <a:t> </a:t>
            </a:r>
            <a:endParaRPr/>
          </a:p>
          <a:p>
            <a:pPr marL="0" lvl="0" indent="0" algn="l" rtl="0">
              <a:spcBef>
                <a:spcPts val="0"/>
              </a:spcBef>
              <a:spcAft>
                <a:spcPts val="0"/>
              </a:spcAft>
              <a:buNone/>
            </a:pPr>
            <a:r>
              <a:rPr lang="en-GB" sz="1000" b="1" i="0">
                <a:latin typeface="Calibri"/>
                <a:ea typeface="Calibri"/>
                <a:cs typeface="Calibri"/>
                <a:sym typeface="Calibri"/>
              </a:rPr>
              <a:t>Mappings</a:t>
            </a:r>
            <a:r>
              <a:rPr lang="en-GB" sz="1000" b="1">
                <a:latin typeface="Calibri"/>
                <a:ea typeface="Calibri"/>
                <a:cs typeface="Calibri"/>
                <a:sym typeface="Calibri"/>
              </a:rPr>
              <a:t> </a:t>
            </a:r>
            <a:r>
              <a:rPr lang="en-GB" sz="1000" b="0">
                <a:latin typeface="Calibri"/>
                <a:ea typeface="Calibri"/>
                <a:cs typeface="Calibri"/>
                <a:sym typeface="Calibri"/>
              </a:rPr>
              <a:t>is an </a:t>
            </a:r>
            <a:r>
              <a:rPr lang="en-GB" sz="1000" b="0" i="1">
                <a:latin typeface="Calibri"/>
                <a:ea typeface="Calibri"/>
                <a:cs typeface="Calibri"/>
                <a:sym typeface="Calibri"/>
              </a:rPr>
              <a:t>optional</a:t>
            </a:r>
            <a:r>
              <a:rPr lang="en-GB" sz="1000" b="0">
                <a:latin typeface="Calibri"/>
                <a:ea typeface="Calibri"/>
                <a:cs typeface="Calibri"/>
                <a:sym typeface="Calibri"/>
              </a:rPr>
              <a:t> section of the template. Mappings are typically used to refer to the values of the most current AMIs in a Region because they differ by Region and they also change over time as new AMIs are released.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1" i="0">
                <a:latin typeface="Calibri"/>
                <a:ea typeface="Calibri"/>
                <a:cs typeface="Calibri"/>
                <a:sym typeface="Calibri"/>
              </a:rPr>
              <a:t>Resources</a:t>
            </a:r>
            <a:r>
              <a:rPr lang="en-GB" sz="1000" b="1">
                <a:latin typeface="Calibri"/>
                <a:ea typeface="Calibri"/>
                <a:cs typeface="Calibri"/>
                <a:sym typeface="Calibri"/>
              </a:rPr>
              <a:t> </a:t>
            </a:r>
            <a:r>
              <a:rPr lang="en-GB" sz="1000" b="0">
                <a:latin typeface="Calibri"/>
                <a:ea typeface="Calibri"/>
                <a:cs typeface="Calibri"/>
                <a:sym typeface="Calibri"/>
              </a:rPr>
              <a:t>is a </a:t>
            </a:r>
            <a:r>
              <a:rPr lang="en-GB" sz="1000" b="0" i="1">
                <a:latin typeface="Calibri"/>
                <a:ea typeface="Calibri"/>
                <a:cs typeface="Calibri"/>
                <a:sym typeface="Calibri"/>
              </a:rPr>
              <a:t>required</a:t>
            </a:r>
            <a:r>
              <a:rPr lang="en-GB" sz="1000" b="0">
                <a:latin typeface="Calibri"/>
                <a:ea typeface="Calibri"/>
                <a:cs typeface="Calibri"/>
                <a:sym typeface="Calibri"/>
              </a:rPr>
              <a:t> section of the template. The </a:t>
            </a:r>
            <a:r>
              <a:rPr lang="en-GB" sz="1000" b="1">
                <a:latin typeface="Calibri"/>
                <a:ea typeface="Calibri"/>
                <a:cs typeface="Calibri"/>
                <a:sym typeface="Calibri"/>
              </a:rPr>
              <a:t>Resources</a:t>
            </a:r>
            <a:r>
              <a:rPr lang="en-GB" sz="1000" b="0">
                <a:latin typeface="Calibri"/>
                <a:ea typeface="Calibri"/>
                <a:cs typeface="Calibri"/>
                <a:sym typeface="Calibri"/>
              </a:rPr>
              <a:t> section contains the AWS objects that you will create. You can create resources across a large number of AWS services, including Amazon EC2, Amazon S3, Amazon Virtual Private Cloud (Amazon VPC), and many others. You can specify relationships and dependencies between resources to ensure that resources are created in the correct order.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1">
                <a:latin typeface="Calibri"/>
                <a:ea typeface="Calibri"/>
                <a:cs typeface="Calibri"/>
                <a:sym typeface="Calibri"/>
              </a:rPr>
              <a:t>Init. </a:t>
            </a:r>
            <a:r>
              <a:rPr lang="en-GB" sz="1000" b="0">
                <a:latin typeface="Calibri"/>
                <a:ea typeface="Calibri"/>
                <a:cs typeface="Calibri"/>
                <a:sym typeface="Calibri"/>
              </a:rPr>
              <a:t>The </a:t>
            </a:r>
            <a:r>
              <a:rPr lang="en-GB" sz="1000" b="0">
                <a:latin typeface="Courier New"/>
                <a:ea typeface="Courier New"/>
                <a:cs typeface="Courier New"/>
                <a:sym typeface="Courier New"/>
              </a:rPr>
              <a:t>CloudFormation::Init </a:t>
            </a:r>
            <a:r>
              <a:rPr lang="en-GB" sz="1000" b="0">
                <a:latin typeface="Calibri"/>
                <a:ea typeface="Calibri"/>
                <a:cs typeface="Calibri"/>
                <a:sym typeface="Calibri"/>
              </a:rPr>
              <a:t>resource type enables you to deploy applications, files, and other resources onto your Amazon EC2 instances as part of the deployment process.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1">
                <a:latin typeface="Calibri"/>
                <a:ea typeface="Calibri"/>
                <a:cs typeface="Calibri"/>
                <a:sym typeface="Calibri"/>
              </a:rPr>
              <a:t>WaitCondition.</a:t>
            </a:r>
            <a:r>
              <a:rPr lang="en-GB" sz="1000" b="0">
                <a:latin typeface="Calibri"/>
                <a:ea typeface="Calibri"/>
                <a:cs typeface="Calibri"/>
                <a:sym typeface="Calibri"/>
              </a:rPr>
              <a:t> The </a:t>
            </a:r>
            <a:r>
              <a:rPr lang="en-GB" sz="1000" b="0">
                <a:latin typeface="Courier New"/>
                <a:ea typeface="Courier New"/>
                <a:cs typeface="Courier New"/>
                <a:sym typeface="Courier New"/>
              </a:rPr>
              <a:t>CloudFormation::WaitCondition </a:t>
            </a:r>
            <a:r>
              <a:rPr lang="en-GB" sz="1000" b="0">
                <a:latin typeface="Calibri"/>
                <a:ea typeface="Calibri"/>
                <a:cs typeface="Calibri"/>
                <a:sym typeface="Calibri"/>
              </a:rPr>
              <a:t>resource type is used to coordinate resource creation. If one resource has a dependency on another, AWS CloudFormation will wait for other resource creation activities to be completed before it attempts to create the dependent resource. WaitConditions enable you to signal back to AWS when your CloudFormation::Init commands finish running successfully.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1">
                <a:latin typeface="Calibri"/>
                <a:ea typeface="Calibri"/>
                <a:cs typeface="Calibri"/>
                <a:sym typeface="Calibri"/>
              </a:rPr>
              <a:t>Outputs </a:t>
            </a:r>
            <a:r>
              <a:rPr lang="en-GB" sz="1000" b="0">
                <a:latin typeface="Calibri"/>
                <a:ea typeface="Calibri"/>
                <a:cs typeface="Calibri"/>
                <a:sym typeface="Calibri"/>
              </a:rPr>
              <a:t>is an </a:t>
            </a:r>
            <a:r>
              <a:rPr lang="en-GB" sz="1000" b="0" i="1">
                <a:latin typeface="Calibri"/>
                <a:ea typeface="Calibri"/>
                <a:cs typeface="Calibri"/>
                <a:sym typeface="Calibri"/>
              </a:rPr>
              <a:t>optional</a:t>
            </a:r>
            <a:r>
              <a:rPr lang="en-GB" sz="1000" b="0">
                <a:latin typeface="Calibri"/>
                <a:ea typeface="Calibri"/>
                <a:cs typeface="Calibri"/>
                <a:sym typeface="Calibri"/>
              </a:rPr>
              <a:t> section of the template</a:t>
            </a:r>
            <a:r>
              <a:rPr lang="en-GB" sz="1000" b="1">
                <a:latin typeface="Calibri"/>
                <a:ea typeface="Calibri"/>
                <a:cs typeface="Calibri"/>
                <a:sym typeface="Calibri"/>
              </a:rPr>
              <a:t>. </a:t>
            </a:r>
            <a:r>
              <a:rPr lang="en-GB" sz="1000" b="0">
                <a:latin typeface="Calibri"/>
                <a:ea typeface="Calibri"/>
                <a:cs typeface="Calibri"/>
                <a:sym typeface="Calibri"/>
              </a:rPr>
              <a:t>The </a:t>
            </a:r>
            <a:r>
              <a:rPr lang="en-GB" sz="1000" b="1">
                <a:latin typeface="Calibri"/>
                <a:ea typeface="Calibri"/>
                <a:cs typeface="Calibri"/>
                <a:sym typeface="Calibri"/>
              </a:rPr>
              <a:t>Outputs</a:t>
            </a:r>
            <a:r>
              <a:rPr lang="en-GB" sz="1000" b="0">
                <a:latin typeface="Calibri"/>
                <a:ea typeface="Calibri"/>
                <a:cs typeface="Calibri"/>
                <a:sym typeface="Calibri"/>
              </a:rPr>
              <a:t> section returns string values that are created by the template and that might be important to users. For example, if you create an Amazon EC2 instance that functions as a public web server, you might choose to output the full public Domain Name Server (DNS) name of the server in the </a:t>
            </a:r>
            <a:r>
              <a:rPr lang="en-GB" sz="1000" b="1">
                <a:latin typeface="Calibri"/>
                <a:ea typeface="Calibri"/>
                <a:cs typeface="Calibri"/>
                <a:sym typeface="Calibri"/>
              </a:rPr>
              <a:t>Outputs</a:t>
            </a:r>
            <a:r>
              <a:rPr lang="en-GB" sz="1000" b="0">
                <a:latin typeface="Calibri"/>
                <a:ea typeface="Calibri"/>
                <a:cs typeface="Calibri"/>
                <a:sym typeface="Calibri"/>
              </a:rPr>
              <a:t> section.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7b44a8fbcf_0_19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g17b44a8fbcf_0_19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000"/>
              <a:buFont typeface="Arial"/>
              <a:buNone/>
            </a:pPr>
            <a:r>
              <a:rPr lang="en-GB" sz="1000">
                <a:latin typeface="Calibri"/>
                <a:ea typeface="Calibri"/>
                <a:cs typeface="Calibri"/>
                <a:sym typeface="Calibri"/>
              </a:rPr>
              <a:t>If an error is encountered when you launch an AWS CloudFormation template, all resources are rolled back by default.</a:t>
            </a:r>
            <a:endParaRPr/>
          </a:p>
          <a:p>
            <a:pPr marL="173037" lvl="1"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You can change this option from the command line.</a:t>
            </a:r>
            <a:endParaRPr/>
          </a:p>
          <a:p>
            <a:pPr marL="173037" lvl="1" indent="-107950" algn="l" rtl="0">
              <a:spcBef>
                <a:spcPts val="0"/>
              </a:spcBef>
              <a:spcAft>
                <a:spcPts val="0"/>
              </a:spcAft>
              <a:buClr>
                <a:schemeClr val="dk1"/>
              </a:buClr>
              <a:buSzPts val="1000"/>
              <a:buFont typeface="Arial"/>
              <a:buNone/>
            </a:pPr>
            <a:endParaRPr sz="1000"/>
          </a:p>
          <a:p>
            <a:pPr marL="1587" lvl="1" indent="0" algn="l" rtl="0">
              <a:spcBef>
                <a:spcPts val="0"/>
              </a:spcBef>
              <a:spcAft>
                <a:spcPts val="0"/>
              </a:spcAft>
              <a:buNone/>
            </a:pPr>
            <a:r>
              <a:rPr lang="en-GB" sz="1000">
                <a:latin typeface="Calibri"/>
                <a:ea typeface="Calibri"/>
                <a:cs typeface="Calibri"/>
                <a:sym typeface="Calibri"/>
              </a:rPr>
              <a:t>AWS CloudFormation ensures that all stack resources are created or deleted as appropriate. Because AWS CloudFormation treats the stack resources as a single unit, they must all be created or deleted successfully for the stack to be created or deleted. If a resource cannot be created, AWS CloudFormation rolls back the stack and automatically deletes any resources that were created. If a resource cannot be deleted, any remaining resources are retained until the stack can be successfully deleted.</a:t>
            </a:r>
            <a:endParaRPr/>
          </a:p>
          <a:p>
            <a:pPr marL="1587" lvl="1" indent="0" algn="l" rtl="0">
              <a:spcBef>
                <a:spcPts val="0"/>
              </a:spcBef>
              <a:spcAft>
                <a:spcPts val="0"/>
              </a:spcAft>
              <a:buNone/>
            </a:pPr>
            <a:endParaRPr sz="1000">
              <a:latin typeface="Calibri"/>
              <a:ea typeface="Calibri"/>
              <a:cs typeface="Calibri"/>
              <a:sym typeface="Calibri"/>
            </a:endParaRPr>
          </a:p>
          <a:p>
            <a:pPr marL="173037" lvl="1"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To preserve an Amazon EBS volume, set its </a:t>
            </a:r>
            <a:r>
              <a:rPr lang="en-GB" sz="1000" i="1">
                <a:latin typeface="Calibri"/>
                <a:ea typeface="Calibri"/>
                <a:cs typeface="Calibri"/>
                <a:sym typeface="Calibri"/>
              </a:rPr>
              <a:t>DeleteOnTermination</a:t>
            </a:r>
            <a:r>
              <a:rPr lang="en-GB" sz="1000">
                <a:latin typeface="Calibri"/>
                <a:ea typeface="Calibri"/>
                <a:cs typeface="Calibri"/>
                <a:sym typeface="Calibri"/>
              </a:rPr>
              <a:t> attribute to </a:t>
            </a:r>
            <a:r>
              <a:rPr lang="en-GB" sz="1000" b="1" i="0">
                <a:latin typeface="Calibri"/>
                <a:ea typeface="Calibri"/>
                <a:cs typeface="Calibri"/>
                <a:sym typeface="Calibri"/>
              </a:rPr>
              <a:t>False</a:t>
            </a:r>
            <a:r>
              <a:rPr lang="en-GB" sz="1000">
                <a:latin typeface="Calibri"/>
                <a:ea typeface="Calibri"/>
                <a:cs typeface="Calibri"/>
                <a:sym typeface="Calibri"/>
              </a:rPr>
              <a:t>.</a:t>
            </a:r>
            <a:endParaRPr/>
          </a:p>
          <a:p>
            <a:pPr marL="173037" lvl="1"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To preserve a resource, set its </a:t>
            </a:r>
            <a:r>
              <a:rPr lang="en-GB" sz="1000" i="1">
                <a:latin typeface="Calibri"/>
                <a:ea typeface="Calibri"/>
                <a:cs typeface="Calibri"/>
                <a:sym typeface="Calibri"/>
              </a:rPr>
              <a:t>DeletionPolicy</a:t>
            </a:r>
            <a:r>
              <a:rPr lang="en-GB" sz="1000">
                <a:latin typeface="Calibri"/>
                <a:ea typeface="Calibri"/>
                <a:cs typeface="Calibri"/>
                <a:sym typeface="Calibri"/>
              </a:rPr>
              <a:t> attribute to </a:t>
            </a:r>
            <a:r>
              <a:rPr lang="en-GB" sz="1000" b="1">
                <a:latin typeface="Calibri"/>
                <a:ea typeface="Calibri"/>
                <a:cs typeface="Calibri"/>
                <a:sym typeface="Calibri"/>
              </a:rPr>
              <a:t>Retain</a:t>
            </a:r>
            <a:r>
              <a:rPr lang="en-GB" sz="1000">
                <a:latin typeface="Calibri"/>
                <a:ea typeface="Calibri"/>
                <a:cs typeface="Calibri"/>
                <a:sym typeface="Calibri"/>
              </a:rPr>
              <a:t>.</a:t>
            </a:r>
            <a:endParaRPr/>
          </a:p>
          <a:p>
            <a:pPr marL="1587" marR="0" lvl="1" indent="0" algn="l" rtl="0">
              <a:lnSpc>
                <a:spcPct val="100000"/>
              </a:lnSpc>
              <a:spcBef>
                <a:spcPts val="0"/>
              </a:spcBef>
              <a:spcAft>
                <a:spcPts val="0"/>
              </a:spcAft>
              <a:buClr>
                <a:schemeClr val="dk1"/>
              </a:buClr>
              <a:buSzPts val="1000"/>
              <a:buFont typeface="Arial"/>
              <a:buNone/>
            </a:pPr>
            <a:endParaRPr sz="1000">
              <a:latin typeface="Calibri"/>
              <a:ea typeface="Calibri"/>
              <a:cs typeface="Calibri"/>
              <a:sym typeface="Calibri"/>
            </a:endParaRPr>
          </a:p>
          <a:p>
            <a:pPr marL="1587" marR="0" lvl="1" indent="0" algn="l" rtl="0">
              <a:lnSpc>
                <a:spcPct val="100000"/>
              </a:lnSpc>
              <a:spcBef>
                <a:spcPts val="0"/>
              </a:spcBef>
              <a:spcAft>
                <a:spcPts val="0"/>
              </a:spcAft>
              <a:buClr>
                <a:schemeClr val="dk1"/>
              </a:buClr>
              <a:buSzPts val="1000"/>
              <a:buFont typeface="Arial"/>
              <a:buNone/>
            </a:pPr>
            <a:r>
              <a:rPr lang="en-GB" sz="1000">
                <a:latin typeface="Calibri"/>
                <a:ea typeface="Calibri"/>
                <a:cs typeface="Calibri"/>
                <a:sym typeface="Calibri"/>
              </a:rPr>
              <a:t>Some resources might not be deleted when a stack is deleted, such as an S3 bucket. </a:t>
            </a:r>
            <a:endParaRPr/>
          </a:p>
          <a:p>
            <a:pPr marL="1587" lvl="1" indent="0" algn="l" rtl="0">
              <a:spcBef>
                <a:spcPts val="0"/>
              </a:spcBef>
              <a:spcAft>
                <a:spcPts val="0"/>
              </a:spcAft>
              <a:buClr>
                <a:schemeClr val="dk1"/>
              </a:buClr>
              <a:buSzPts val="1000"/>
              <a:buFont typeface="Arial"/>
              <a:buNone/>
            </a:pPr>
            <a:endParaRPr sz="1000">
              <a:latin typeface="Calibri"/>
              <a:ea typeface="Calibri"/>
              <a:cs typeface="Calibri"/>
              <a:sym typeface="Calibri"/>
            </a:endParaRPr>
          </a:p>
          <a:p>
            <a:pPr marL="1587" lvl="1" indent="0" algn="l" rtl="0">
              <a:spcBef>
                <a:spcPts val="0"/>
              </a:spcBef>
              <a:spcAft>
                <a:spcPts val="0"/>
              </a:spcAft>
              <a:buClr>
                <a:schemeClr val="dk1"/>
              </a:buClr>
              <a:buSzPts val="1000"/>
              <a:buFont typeface="Arial"/>
              <a:buNone/>
            </a:pPr>
            <a:r>
              <a:rPr lang="en-GB" sz="1000">
                <a:latin typeface="Calibri"/>
                <a:ea typeface="Calibri"/>
                <a:cs typeface="Calibri"/>
                <a:sym typeface="Calibri"/>
              </a:rPr>
              <a:t>You can also optionally enable termination protection on a stack. </a:t>
            </a:r>
            <a:endParaRPr/>
          </a:p>
          <a:p>
            <a:pPr marL="1587" lvl="1" indent="0" algn="l" rtl="0">
              <a:spcBef>
                <a:spcPts val="0"/>
              </a:spcBef>
              <a:spcAft>
                <a:spcPts val="0"/>
              </a:spcAft>
              <a:buClr>
                <a:schemeClr val="dk1"/>
              </a:buClr>
              <a:buSzPts val="1200"/>
              <a:buFont typeface="Arial"/>
              <a:buNone/>
            </a:pPr>
            <a:endParaRPr sz="1200">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7b44a8fbcf_0_19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7" name="Google Shape;487;g17b44a8fbcf_0_1967:notes"/>
          <p:cNvSpPr txBox="1">
            <a:spLocks noGrp="1"/>
          </p:cNvSpPr>
          <p:nvPr>
            <p:ph type="body" idx="1"/>
          </p:nvPr>
        </p:nvSpPr>
        <p:spPr>
          <a:xfrm>
            <a:off x="701042" y="4415791"/>
            <a:ext cx="5608200" cy="4581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b="0">
                <a:latin typeface="Calibri"/>
                <a:ea typeface="Calibri"/>
                <a:cs typeface="Calibri"/>
                <a:sym typeface="Calibri"/>
              </a:rPr>
              <a:t>Use the optional </a:t>
            </a:r>
            <a:r>
              <a:rPr lang="en-GB" sz="1000" b="1">
                <a:latin typeface="Calibri"/>
                <a:ea typeface="Calibri"/>
                <a:cs typeface="Calibri"/>
                <a:sym typeface="Calibri"/>
              </a:rPr>
              <a:t>Parameters</a:t>
            </a:r>
            <a:r>
              <a:rPr lang="en-GB" sz="1000" b="0">
                <a:latin typeface="Calibri"/>
                <a:ea typeface="Calibri"/>
                <a:cs typeface="Calibri"/>
                <a:sym typeface="Calibri"/>
              </a:rPr>
              <a:t> section to customize your templates. Parameters enable you to input custom values to your template each time you create or update a stack.</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In the example, the parameter was given the </a:t>
            </a:r>
            <a:r>
              <a:rPr lang="en-GB" sz="1000" b="0" i="1">
                <a:latin typeface="Calibri"/>
                <a:ea typeface="Calibri"/>
                <a:cs typeface="Calibri"/>
                <a:sym typeface="Calibri"/>
              </a:rPr>
              <a:t>logical name </a:t>
            </a:r>
            <a:r>
              <a:rPr lang="en-GB" sz="1000" b="0">
                <a:latin typeface="Calibri"/>
                <a:ea typeface="Calibri"/>
                <a:cs typeface="Calibri"/>
                <a:sym typeface="Calibri"/>
              </a:rPr>
              <a:t>VPCCIDR. The logical name that is given must be unique throughout the entire template.</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AWS CloudFormation parameters support the following </a:t>
            </a:r>
            <a:r>
              <a:rPr lang="en-GB" sz="1000" b="0" i="1">
                <a:latin typeface="Calibri"/>
                <a:ea typeface="Calibri"/>
                <a:cs typeface="Calibri"/>
                <a:sym typeface="Calibri"/>
              </a:rPr>
              <a:t>data types</a:t>
            </a:r>
            <a:r>
              <a:rPr lang="en-GB" sz="1000" b="0">
                <a:latin typeface="Calibri"/>
                <a:ea typeface="Calibri"/>
                <a:cs typeface="Calibri"/>
                <a:sym typeface="Calibri"/>
              </a:rPr>
              <a:t>: strings, numbers, comma-delimited lists, AWS-specific parameter types, and AWS Systems Manager (SSM) parameter types. For more details, see https://docs.aws.amazon.com/AWSCloudFormation/latest/UserGuide/parameters-section-structure.html#parameters-section-structure-properties-type. </a:t>
            </a:r>
            <a:endParaRPr sz="10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AWS-specific parameter types are particularly useful. For example, w</a:t>
            </a:r>
            <a:r>
              <a:rPr lang="en-GB" sz="1000">
                <a:latin typeface="Calibri"/>
                <a:ea typeface="Calibri"/>
                <a:cs typeface="Calibri"/>
                <a:sym typeface="Calibri"/>
              </a:rPr>
              <a:t>hen the stack is launched from the console, a parameter that you enter as </a:t>
            </a:r>
            <a:r>
              <a:rPr lang="en-GB" sz="1000">
                <a:latin typeface="Courier New"/>
                <a:ea typeface="Courier New"/>
                <a:cs typeface="Courier New"/>
                <a:sym typeface="Courier New"/>
              </a:rPr>
              <a:t>AWS::EC2::KeyPair::KeyName </a:t>
            </a:r>
            <a:r>
              <a:rPr lang="en-GB" sz="1000">
                <a:latin typeface="Calibri"/>
                <a:ea typeface="Calibri"/>
                <a:cs typeface="Calibri"/>
                <a:sym typeface="Calibri"/>
              </a:rPr>
              <a:t>will render a dropdown list that includes all key pairs in the account. For more information, see </a:t>
            </a:r>
            <a:r>
              <a:rPr lang="en-GB" sz="1000" u="sng">
                <a:solidFill>
                  <a:schemeClr val="hlink"/>
                </a:solidFill>
                <a:latin typeface="Calibri"/>
                <a:ea typeface="Calibri"/>
                <a:cs typeface="Calibri"/>
                <a:sym typeface="Calibri"/>
                <a:hlinkClick r:id="rId3"/>
              </a:rPr>
              <a:t>https://docs.aws.amazon.com/AWSCloudFormation/latest/UserGuide/parameters-section-structure.html</a:t>
            </a:r>
            <a:r>
              <a:rPr lang="en-GB" sz="1000">
                <a:latin typeface="Calibri"/>
                <a:ea typeface="Calibri"/>
                <a:cs typeface="Calibri"/>
                <a:sym typeface="Calibri"/>
              </a:rPr>
              <a:t>.</a:t>
            </a:r>
            <a:endParaRPr/>
          </a:p>
          <a:p>
            <a:pPr marL="0" lvl="0" indent="0" algn="l" rtl="0">
              <a:spcBef>
                <a:spcPts val="0"/>
              </a:spcBef>
              <a:spcAft>
                <a:spcPts val="0"/>
              </a:spcAft>
              <a:buNone/>
            </a:pPr>
            <a:endParaRPr sz="1000">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17b44a8fbcf_0_19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g17b44a8fbcf_0_19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latin typeface="Calibri"/>
                <a:ea typeface="Calibri"/>
                <a:cs typeface="Calibri"/>
                <a:sym typeface="Calibri"/>
              </a:rPr>
              <a:t>After you define a parameter in the template, you can reference the parameter by using the </a:t>
            </a:r>
            <a:r>
              <a:rPr lang="en-GB" sz="1000" i="1">
                <a:latin typeface="Calibri"/>
                <a:ea typeface="Calibri"/>
                <a:cs typeface="Calibri"/>
                <a:sym typeface="Calibri"/>
              </a:rPr>
              <a:t>Ref</a:t>
            </a:r>
            <a:r>
              <a:rPr lang="en-GB" sz="1000">
                <a:latin typeface="Calibri"/>
                <a:ea typeface="Calibri"/>
                <a:cs typeface="Calibri"/>
                <a:sym typeface="Calibri"/>
              </a:rPr>
              <a:t> intrinsic function. When you use Ref, AWS CloudFormation uses the parameter's value to provision the stack.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Parameters can be referenced from the </a:t>
            </a:r>
            <a:r>
              <a:rPr lang="en-GB" sz="1000" b="1" i="0">
                <a:latin typeface="Calibri"/>
                <a:ea typeface="Calibri"/>
                <a:cs typeface="Calibri"/>
                <a:sym typeface="Calibri"/>
              </a:rPr>
              <a:t>Resources</a:t>
            </a:r>
            <a:r>
              <a:rPr lang="en-GB" sz="1000">
                <a:latin typeface="Calibri"/>
                <a:ea typeface="Calibri"/>
                <a:cs typeface="Calibri"/>
                <a:sym typeface="Calibri"/>
              </a:rPr>
              <a:t> and </a:t>
            </a:r>
            <a:r>
              <a:rPr lang="en-GB" sz="1000" b="1" i="0">
                <a:latin typeface="Calibri"/>
                <a:ea typeface="Calibri"/>
                <a:cs typeface="Calibri"/>
                <a:sym typeface="Calibri"/>
              </a:rPr>
              <a:t>Outputs</a:t>
            </a:r>
            <a:r>
              <a:rPr lang="en-GB" sz="1000">
                <a:latin typeface="Calibri"/>
                <a:ea typeface="Calibri"/>
                <a:cs typeface="Calibri"/>
                <a:sym typeface="Calibri"/>
              </a:rPr>
              <a:t> sections of the same template. The example defines a parameter named</a:t>
            </a:r>
            <a:r>
              <a:rPr lang="en-GB" sz="1000">
                <a:latin typeface="Courier New"/>
                <a:ea typeface="Courier New"/>
                <a:cs typeface="Courier New"/>
                <a:sym typeface="Courier New"/>
              </a:rPr>
              <a:t> </a:t>
            </a:r>
            <a:r>
              <a:rPr lang="en-GB" sz="1000" i="1">
                <a:latin typeface="Courier New"/>
                <a:ea typeface="Courier New"/>
                <a:cs typeface="Courier New"/>
                <a:sym typeface="Courier New"/>
              </a:rPr>
              <a:t>KeyPairName</a:t>
            </a:r>
            <a:r>
              <a:rPr lang="en-GB" sz="1000">
                <a:latin typeface="Calibri"/>
                <a:ea typeface="Calibri"/>
                <a:cs typeface="Calibri"/>
                <a:sym typeface="Calibri"/>
              </a:rPr>
              <a:t>. Then later, this parameter is referenced in the </a:t>
            </a:r>
            <a:r>
              <a:rPr lang="en-GB" sz="1000" b="1">
                <a:latin typeface="Calibri"/>
                <a:ea typeface="Calibri"/>
                <a:cs typeface="Calibri"/>
                <a:sym typeface="Calibri"/>
              </a:rPr>
              <a:t>Resources</a:t>
            </a:r>
            <a:r>
              <a:rPr lang="en-GB" sz="1000">
                <a:latin typeface="Calibri"/>
                <a:ea typeface="Calibri"/>
                <a:cs typeface="Calibri"/>
                <a:sym typeface="Calibri"/>
              </a:rPr>
              <a:t> section of the AWS CloudFormation template. In this case, </a:t>
            </a:r>
            <a:r>
              <a:rPr lang="en-GB" sz="1000" b="0">
                <a:latin typeface="Calibri"/>
                <a:ea typeface="Calibri"/>
                <a:cs typeface="Calibri"/>
                <a:sym typeface="Calibri"/>
              </a:rPr>
              <a:t>the data type of the parameter </a:t>
            </a:r>
            <a:r>
              <a:rPr lang="en-GB" sz="1000" b="0" i="0">
                <a:latin typeface="Calibri"/>
                <a:ea typeface="Calibri"/>
                <a:cs typeface="Calibri"/>
                <a:sym typeface="Calibri"/>
              </a:rPr>
              <a:t>is </a:t>
            </a:r>
            <a:r>
              <a:rPr lang="en-GB" sz="1000" i="1">
                <a:latin typeface="Courier New"/>
                <a:ea typeface="Courier New"/>
                <a:cs typeface="Courier New"/>
                <a:sym typeface="Courier New"/>
              </a:rPr>
              <a:t>AWS::EC2::KeyPair::KeyName</a:t>
            </a:r>
            <a:r>
              <a:rPr lang="en-GB" sz="1000" i="0">
                <a:latin typeface="Calibri"/>
                <a:ea typeface="Calibri"/>
                <a:cs typeface="Calibri"/>
                <a:sym typeface="Calibri"/>
              </a:rPr>
              <a:t>. W</a:t>
            </a:r>
            <a:r>
              <a:rPr lang="en-GB" sz="1000">
                <a:latin typeface="Calibri"/>
                <a:ea typeface="Calibri"/>
                <a:cs typeface="Calibri"/>
                <a:sym typeface="Calibri"/>
              </a:rPr>
              <a:t>hen you decide that you want create a stack from this template, the AWS Management Console will render a dropdown list with all key pairs in the account. You must select a key pair from the list before you create the stack.</a:t>
            </a:r>
            <a:endParaRPr sz="1000">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Sometimes, you might want to refer to a specific value in a list. In these cases, you can use the </a:t>
            </a:r>
            <a:r>
              <a:rPr lang="en-GB" sz="1000" i="0">
                <a:latin typeface="Courier New"/>
                <a:ea typeface="Courier New"/>
                <a:cs typeface="Courier New"/>
                <a:sym typeface="Courier New"/>
              </a:rPr>
              <a:t>Fn::Select </a:t>
            </a:r>
            <a:r>
              <a:rPr lang="en-GB" sz="1000">
                <a:latin typeface="Calibri"/>
                <a:ea typeface="Calibri"/>
                <a:cs typeface="Calibri"/>
                <a:sym typeface="Calibri"/>
              </a:rPr>
              <a:t>intrinsic function in the </a:t>
            </a:r>
            <a:r>
              <a:rPr lang="en-GB" sz="1000" b="1">
                <a:latin typeface="Calibri"/>
                <a:ea typeface="Calibri"/>
                <a:cs typeface="Calibri"/>
                <a:sym typeface="Calibri"/>
              </a:rPr>
              <a:t>Resources</a:t>
            </a:r>
            <a:r>
              <a:rPr lang="en-GB" sz="1000">
                <a:latin typeface="Calibri"/>
                <a:ea typeface="Calibri"/>
                <a:cs typeface="Calibri"/>
                <a:sym typeface="Calibri"/>
              </a:rPr>
              <a:t> section of your template. </a:t>
            </a:r>
            <a:r>
              <a:rPr lang="en-GB" sz="1000" i="0">
                <a:latin typeface="Courier New"/>
                <a:ea typeface="Courier New"/>
                <a:cs typeface="Courier New"/>
                <a:sym typeface="Courier New"/>
              </a:rPr>
              <a:t>Fn::Select </a:t>
            </a:r>
            <a:r>
              <a:rPr lang="en-GB" sz="1000">
                <a:latin typeface="Calibri"/>
                <a:ea typeface="Calibri"/>
                <a:cs typeface="Calibri"/>
                <a:sym typeface="Calibri"/>
              </a:rPr>
              <a:t>returns a single object from a list of objects by index. In the example, the first value stored in the list of </a:t>
            </a:r>
            <a:r>
              <a:rPr lang="en-GB" sz="1000" i="1">
                <a:latin typeface="Calibri"/>
                <a:ea typeface="Calibri"/>
                <a:cs typeface="Calibri"/>
                <a:sym typeface="Calibri"/>
              </a:rPr>
              <a:t>AvailableAZs</a:t>
            </a:r>
            <a:r>
              <a:rPr lang="en-GB" sz="1000">
                <a:latin typeface="Calibri"/>
                <a:ea typeface="Calibri"/>
                <a:cs typeface="Calibri"/>
                <a:sym typeface="Calibri"/>
              </a:rPr>
              <a:t> will be returned.</a:t>
            </a:r>
            <a:endParaRPr/>
          </a:p>
          <a:p>
            <a:pPr marL="0" lvl="0" indent="0" algn="l" rtl="0">
              <a:spcBef>
                <a:spcPts val="0"/>
              </a:spcBef>
              <a:spcAft>
                <a:spcPts val="0"/>
              </a:spcAft>
              <a:buNone/>
            </a:pPr>
            <a:endParaRPr sz="1000">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17b44a8fbcf_0_19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0" name="Google Shape;510;g17b44a8fbcf_0_1988:notes"/>
          <p:cNvSpPr txBox="1">
            <a:spLocks noGrp="1"/>
          </p:cNvSpPr>
          <p:nvPr>
            <p:ph type="body" idx="1"/>
          </p:nvPr>
        </p:nvSpPr>
        <p:spPr>
          <a:xfrm>
            <a:off x="701042" y="4415792"/>
            <a:ext cx="5608200" cy="3603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b="0">
                <a:latin typeface="Calibri"/>
                <a:ea typeface="Calibri"/>
                <a:cs typeface="Calibri"/>
                <a:sym typeface="Calibri"/>
              </a:rPr>
              <a:t>You might encounter one question often when you write templates: How do you refer to one element of a template from another element? For example, how do you associate an Amazon EC2 instances with an Elastic IP address that is defined within the same template?</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In the example, you can see the use of the most common intrinsic function, </a:t>
            </a:r>
            <a:r>
              <a:rPr lang="en-GB" sz="1000" b="0" i="1">
                <a:latin typeface="Calibri"/>
                <a:ea typeface="Calibri"/>
                <a:cs typeface="Calibri"/>
                <a:sym typeface="Calibri"/>
              </a:rPr>
              <a:t>Ref</a:t>
            </a:r>
            <a:r>
              <a:rPr lang="en-GB" sz="1000" b="0">
                <a:latin typeface="Calibri"/>
                <a:ea typeface="Calibri"/>
                <a:cs typeface="Calibri"/>
                <a:sym typeface="Calibri"/>
              </a:rPr>
              <a:t>, in an AWS CloudFormation snippet that defines an Elastic IP address. Using the Ref function enables you to reference an Amazon EC2 instance that is defined within the template itself, which establishes a chain of relationships between your resources. A similar pattern can be used to associate security groups with resources, route tables with routes, and Amazon EC2 instances with subnets.</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Be careful when you use the Ref function because the value that is returned by Ref is dependent on the resource that is supplied to it. For example, using the Ref function on an Amazon S3 bucket returns the bucket's name, but using it on an Amazon Simple Queue Service (Amazon SQS) queue returns the queue's URL. Ensure the resource that you reference with the Ref function returns the correct identifier in the current context. In the example, the Ref function returns the instance ID of an Amazon EC2 instance, and it is appropriate to assign it to the </a:t>
            </a:r>
            <a:r>
              <a:rPr lang="en-GB" sz="1000" b="0" i="1">
                <a:latin typeface="Calibri"/>
                <a:ea typeface="Calibri"/>
                <a:cs typeface="Calibri"/>
                <a:sym typeface="Calibri"/>
              </a:rPr>
              <a:t>InstanceId</a:t>
            </a:r>
            <a:r>
              <a:rPr lang="en-GB" sz="1000" b="0">
                <a:latin typeface="Calibri"/>
                <a:ea typeface="Calibri"/>
                <a:cs typeface="Calibri"/>
                <a:sym typeface="Calibri"/>
              </a:rPr>
              <a:t> property of </a:t>
            </a:r>
            <a:r>
              <a:rPr lang="en-GB" sz="1000" b="0">
                <a:latin typeface="Courier New"/>
                <a:ea typeface="Courier New"/>
                <a:cs typeface="Courier New"/>
                <a:sym typeface="Courier New"/>
              </a:rPr>
              <a:t>the </a:t>
            </a:r>
            <a:r>
              <a:rPr lang="en-GB" sz="1000" b="0" i="1">
                <a:latin typeface="Courier New"/>
                <a:ea typeface="Courier New"/>
                <a:cs typeface="Courier New"/>
                <a:sym typeface="Courier New"/>
              </a:rPr>
              <a:t>AWS::EC2::EIP </a:t>
            </a:r>
            <a:r>
              <a:rPr lang="en-GB" sz="1000" b="0">
                <a:latin typeface="Calibri"/>
                <a:ea typeface="Calibri"/>
                <a:cs typeface="Calibri"/>
                <a:sym typeface="Calibri"/>
              </a:rPr>
              <a:t>object.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For</a:t>
            </a:r>
            <a:r>
              <a:rPr lang="en-GB" sz="1000" b="0">
                <a:latin typeface="Calibri"/>
                <a:ea typeface="Calibri"/>
                <a:cs typeface="Calibri"/>
                <a:sym typeface="Calibri"/>
              </a:rPr>
              <a:t> a list of the values that are returned by various AWS CloudFormation resources, see </a:t>
            </a:r>
            <a:r>
              <a:rPr lang="en-GB" sz="1000" b="0" u="sng">
                <a:solidFill>
                  <a:schemeClr val="hlink"/>
                </a:solidFill>
                <a:latin typeface="Calibri"/>
                <a:ea typeface="Calibri"/>
                <a:cs typeface="Calibri"/>
                <a:sym typeface="Calibri"/>
                <a:hlinkClick r:id="rId3"/>
              </a:rPr>
              <a:t>http://docs.aws.amazon.com/AWSCloudFormation/latest/UserGuide/intrinsic-function-reference-ref.html</a:t>
            </a:r>
            <a:r>
              <a:rPr lang="en-GB" sz="1000" b="0">
                <a:latin typeface="Calibri"/>
                <a:ea typeface="Calibri"/>
                <a:cs typeface="Calibri"/>
                <a:sym typeface="Calibri"/>
              </a:rPr>
              <a:t>.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To select other attributes on AWS resources that are defined in your AWS CloudFormation template, use the Fn:GetAtt intrinsic function: </a:t>
            </a:r>
            <a:r>
              <a:rPr lang="en-GB" sz="1000" b="0" u="sng">
                <a:solidFill>
                  <a:schemeClr val="hlink"/>
                </a:solidFill>
                <a:latin typeface="Calibri"/>
                <a:ea typeface="Calibri"/>
                <a:cs typeface="Calibri"/>
                <a:sym typeface="Calibri"/>
                <a:hlinkClick r:id="rId4"/>
              </a:rPr>
              <a:t>http://docs.aws.amazon.com/AWSCloudFormation/latest/UserGuide/intrinsic-function-reference-getatt.html</a:t>
            </a:r>
            <a:r>
              <a:rPr lang="en-GB" sz="1000">
                <a:latin typeface="Calibri"/>
                <a:ea typeface="Calibri"/>
                <a:cs typeface="Calibri"/>
                <a:sym typeface="Calibri"/>
              </a:rPr>
              <a:t>.</a:t>
            </a:r>
            <a:endParaRPr sz="1000" b="0">
              <a:latin typeface="Calibri"/>
              <a:ea typeface="Calibri"/>
              <a:cs typeface="Calibri"/>
              <a:sym typeface="Calibri"/>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For more details on intrinsic functions in general, see </a:t>
            </a:r>
            <a:r>
              <a:rPr lang="en-GB" sz="1000" b="0" u="sng">
                <a:solidFill>
                  <a:schemeClr val="hlink"/>
                </a:solidFill>
                <a:latin typeface="Calibri"/>
                <a:ea typeface="Calibri"/>
                <a:cs typeface="Calibri"/>
                <a:sym typeface="Calibri"/>
                <a:hlinkClick r:id="rId5"/>
              </a:rPr>
              <a:t>http://docs.aws.amazon.com/AWSCloudFormation/latest/UserGuide/intrinsic-function-reference.html</a:t>
            </a:r>
            <a:r>
              <a:rPr lang="en-GB" sz="1000">
                <a:latin typeface="Calibri"/>
                <a:ea typeface="Calibri"/>
                <a:cs typeface="Calibri"/>
                <a:sym typeface="Calibri"/>
              </a:rPr>
              <a:t>.</a:t>
            </a:r>
            <a:endParaRPr sz="1000" b="0">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17b44a8fbcf_0_19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8" name="Google Shape;518;g17b44a8fbcf_0_19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i="0">
                <a:latin typeface="Calibri"/>
                <a:ea typeface="Calibri"/>
                <a:cs typeface="Calibri"/>
                <a:sym typeface="Calibri"/>
              </a:rPr>
              <a:t>The </a:t>
            </a:r>
            <a:r>
              <a:rPr lang="en-GB" sz="1000" i="1">
                <a:latin typeface="Calibri"/>
                <a:ea typeface="Calibri"/>
                <a:cs typeface="Calibri"/>
                <a:sym typeface="Calibri"/>
              </a:rPr>
              <a:t>Ref</a:t>
            </a:r>
            <a:r>
              <a:rPr lang="en-GB" sz="1000" i="0">
                <a:latin typeface="Calibri"/>
                <a:ea typeface="Calibri"/>
                <a:cs typeface="Calibri"/>
                <a:sym typeface="Calibri"/>
              </a:rPr>
              <a:t> intrinsic function is also often used to access information about your runtime environment, such as the Region, the stack name, or the AWS account ID. These runtime environment values are available via pseudo parameters.</a:t>
            </a:r>
            <a:endParaRPr/>
          </a:p>
          <a:p>
            <a:pPr marL="0" lvl="0" indent="0" algn="l" rtl="0">
              <a:spcBef>
                <a:spcPts val="964"/>
              </a:spcBef>
              <a:spcAft>
                <a:spcPts val="0"/>
              </a:spcAft>
              <a:buNone/>
            </a:pPr>
            <a:r>
              <a:rPr lang="en-GB" sz="1000" i="1">
                <a:latin typeface="Calibri"/>
                <a:ea typeface="Calibri"/>
                <a:cs typeface="Calibri"/>
                <a:sym typeface="Calibri"/>
              </a:rPr>
              <a:t>Pseudo parameters</a:t>
            </a:r>
            <a:r>
              <a:rPr lang="en-GB" sz="1000">
                <a:latin typeface="Calibri"/>
                <a:ea typeface="Calibri"/>
                <a:cs typeface="Calibri"/>
                <a:sym typeface="Calibri"/>
              </a:rPr>
              <a:t> are parameters that are predefined by AWS CloudFormation. You do not declare them in your template. You can use them the same way you would use any other parameter: as the argument for the Ref function. </a:t>
            </a:r>
            <a:endParaRPr/>
          </a:p>
          <a:p>
            <a:pPr marL="0" lvl="0" indent="0" algn="l" rtl="0">
              <a:spcBef>
                <a:spcPts val="964"/>
              </a:spcBef>
              <a:spcAft>
                <a:spcPts val="0"/>
              </a:spcAft>
              <a:buNone/>
            </a:pPr>
            <a:r>
              <a:rPr lang="en-GB" sz="1000">
                <a:latin typeface="Calibri"/>
                <a:ea typeface="Calibri"/>
                <a:cs typeface="Calibri"/>
                <a:sym typeface="Calibri"/>
              </a:rPr>
              <a:t>In the example, </a:t>
            </a:r>
            <a:r>
              <a:rPr lang="en-GB" sz="1000" i="1">
                <a:latin typeface="Courier New"/>
                <a:ea typeface="Courier New"/>
                <a:cs typeface="Courier New"/>
                <a:sym typeface="Courier New"/>
              </a:rPr>
              <a:t>AWS::Region </a:t>
            </a:r>
            <a:r>
              <a:rPr lang="en-GB" sz="1000">
                <a:latin typeface="Calibri"/>
                <a:ea typeface="Calibri"/>
                <a:cs typeface="Calibri"/>
                <a:sym typeface="Calibri"/>
              </a:rPr>
              <a:t>is a pseudo parameter. It will resolve to the Region where the AWS CloudFormation template is being run to create the stack.</a:t>
            </a:r>
            <a:endParaRPr/>
          </a:p>
          <a:p>
            <a:pPr marL="0" lvl="0" indent="0" algn="l" rtl="0">
              <a:spcBef>
                <a:spcPts val="964"/>
              </a:spcBef>
              <a:spcAft>
                <a:spcPts val="0"/>
              </a:spcAft>
              <a:buNone/>
            </a:pPr>
            <a:r>
              <a:rPr lang="en-GB" sz="1000">
                <a:latin typeface="Calibri"/>
                <a:ea typeface="Calibri"/>
                <a:cs typeface="Calibri"/>
                <a:sym typeface="Calibri"/>
              </a:rPr>
              <a:t>For more information about pseudo parameters, see </a:t>
            </a:r>
            <a:r>
              <a:rPr lang="en-GB" sz="1000" u="sng">
                <a:solidFill>
                  <a:schemeClr val="hlink"/>
                </a:solidFill>
                <a:latin typeface="Calibri"/>
                <a:ea typeface="Calibri"/>
                <a:cs typeface="Calibri"/>
                <a:sym typeface="Calibri"/>
                <a:hlinkClick r:id="rId3"/>
              </a:rPr>
              <a:t>https://docs.aws.amazon.com/AWSCloudFormation/latest/UserGuide/pseudo-parameter-reference.html</a:t>
            </a:r>
            <a:r>
              <a:rPr lang="en-GB" sz="1000">
                <a:latin typeface="Calibri"/>
                <a:ea typeface="Calibri"/>
                <a:cs typeface="Calibri"/>
                <a:sym typeface="Calibri"/>
              </a:rPr>
              <a:t>. </a:t>
            </a:r>
            <a:endParaRPr/>
          </a:p>
          <a:p>
            <a:pPr marL="0" lvl="0" indent="0" algn="l" rtl="0">
              <a:spcBef>
                <a:spcPts val="964"/>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17b44a8fbcf_0_20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g17b44a8fbcf_0_20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GB" sz="1000">
                <a:latin typeface="Calibri"/>
                <a:ea typeface="Calibri"/>
                <a:cs typeface="Calibri"/>
                <a:sym typeface="Calibri"/>
              </a:rPr>
              <a:t>Recall that one of </a:t>
            </a:r>
            <a:r>
              <a:rPr lang="en-GB" sz="1000" b="0" i="1">
                <a:latin typeface="Calibri"/>
                <a:ea typeface="Calibri"/>
                <a:cs typeface="Calibri"/>
                <a:sym typeface="Calibri"/>
              </a:rPr>
              <a:t>optional</a:t>
            </a:r>
            <a:r>
              <a:rPr lang="en-GB" sz="1000" b="0">
                <a:latin typeface="Calibri"/>
                <a:ea typeface="Calibri"/>
                <a:cs typeface="Calibri"/>
                <a:sym typeface="Calibri"/>
              </a:rPr>
              <a:t> sections of the template is the </a:t>
            </a:r>
            <a:r>
              <a:rPr lang="en-GB" sz="1000" b="1">
                <a:latin typeface="Calibri"/>
                <a:ea typeface="Calibri"/>
                <a:cs typeface="Calibri"/>
                <a:sym typeface="Calibri"/>
              </a:rPr>
              <a:t>Mappings</a:t>
            </a:r>
            <a:r>
              <a:rPr lang="en-GB" sz="1000" b="0">
                <a:latin typeface="Calibri"/>
                <a:ea typeface="Calibri"/>
                <a:cs typeface="Calibri"/>
                <a:sym typeface="Calibri"/>
              </a:rPr>
              <a:t> section. A</a:t>
            </a:r>
            <a:r>
              <a:rPr lang="en-GB" sz="1000">
                <a:latin typeface="Calibri"/>
                <a:ea typeface="Calibri"/>
                <a:cs typeface="Calibri"/>
                <a:sym typeface="Calibri"/>
              </a:rPr>
              <a:t> mapping matches a key to a corresponding set of named values. For example, if you want to set values based on a Region, you can create a mapping that uses the Region name as a key and that also contains the values you want to specify for each specific Region. You use the </a:t>
            </a:r>
            <a:r>
              <a:rPr lang="en-GB" sz="1000">
                <a:latin typeface="Courier New"/>
                <a:ea typeface="Courier New"/>
                <a:cs typeface="Courier New"/>
                <a:sym typeface="Courier New"/>
              </a:rPr>
              <a:t>Fn::FindInMap </a:t>
            </a:r>
            <a:r>
              <a:rPr lang="en-GB" sz="1000">
                <a:latin typeface="Calibri"/>
                <a:ea typeface="Calibri"/>
                <a:cs typeface="Calibri"/>
                <a:sym typeface="Calibri"/>
              </a:rPr>
              <a:t>intrinsic function to retrieve values in a map. </a:t>
            </a:r>
            <a:endParaRPr sz="1000" b="0">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00"/>
              <a:buFont typeface="Calibri"/>
              <a:buNone/>
            </a:pPr>
            <a:endParaRPr sz="1000" b="0">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00"/>
              <a:buFont typeface="Calibri"/>
              <a:buNone/>
            </a:pPr>
            <a:r>
              <a:rPr lang="en-GB" sz="1000" b="0">
                <a:latin typeface="Calibri"/>
                <a:ea typeface="Calibri"/>
                <a:cs typeface="Calibri"/>
                <a:sym typeface="Calibri"/>
              </a:rPr>
              <a:t>Mappings are typically used to refer to the AMI IDs of the most current AMIs in a Region because AMIs differ by Region, and they also often change over time as new AMIs are released.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You cannot include parameters, pseudo parameters, or intrinsic functions in the </a:t>
            </a:r>
            <a:r>
              <a:rPr lang="en-GB" sz="1000" b="1">
                <a:latin typeface="Calibri"/>
                <a:ea typeface="Calibri"/>
                <a:cs typeface="Calibri"/>
                <a:sym typeface="Calibri"/>
              </a:rPr>
              <a:t>Mappings</a:t>
            </a:r>
            <a:r>
              <a:rPr lang="en-GB" sz="1000">
                <a:latin typeface="Calibri"/>
                <a:ea typeface="Calibri"/>
                <a:cs typeface="Calibri"/>
                <a:sym typeface="Calibri"/>
              </a:rPr>
              <a:t> section.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lnSpc>
                <a:spcPct val="115000"/>
              </a:lnSpc>
              <a:spcBef>
                <a:spcPts val="0"/>
              </a:spcBef>
              <a:spcAft>
                <a:spcPts val="0"/>
              </a:spcAft>
              <a:buNone/>
            </a:pPr>
            <a:r>
              <a:rPr lang="en-GB" sz="1000">
                <a:latin typeface="Calibri"/>
                <a:ea typeface="Calibri"/>
                <a:cs typeface="Calibri"/>
                <a:sym typeface="Calibri"/>
              </a:rPr>
              <a:t>For more information, see </a:t>
            </a:r>
            <a:r>
              <a:rPr lang="en-GB" sz="1000" u="sng">
                <a:solidFill>
                  <a:schemeClr val="hlink"/>
                </a:solidFill>
                <a:latin typeface="Calibri"/>
                <a:ea typeface="Calibri"/>
                <a:cs typeface="Calibri"/>
                <a:sym typeface="Calibri"/>
                <a:hlinkClick r:id="rId3"/>
              </a:rPr>
              <a:t>https://docs.aws.amazon.com/AWSCloudFormation/latest/UserGuide/mappings-section-structure.html</a:t>
            </a:r>
            <a:r>
              <a:rPr lang="en-GB" sz="1000">
                <a:latin typeface="Calibri"/>
                <a:ea typeface="Calibri"/>
                <a:cs typeface="Calibri"/>
                <a:sym typeface="Calibri"/>
              </a:rPr>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17b44a8fbcf_0_20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g17b44a8fbcf_0_20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latin typeface="Calibri"/>
                <a:ea typeface="Calibri"/>
                <a:cs typeface="Calibri"/>
                <a:sym typeface="Calibri"/>
              </a:rPr>
              <a:t>The example here shows a </a:t>
            </a:r>
            <a:r>
              <a:rPr lang="en-GB" sz="1000" b="1">
                <a:latin typeface="Calibri"/>
                <a:ea typeface="Calibri"/>
                <a:cs typeface="Calibri"/>
                <a:sym typeface="Calibri"/>
              </a:rPr>
              <a:t>Mappings</a:t>
            </a:r>
            <a:r>
              <a:rPr lang="en-GB" sz="1000">
                <a:latin typeface="Calibri"/>
                <a:ea typeface="Calibri"/>
                <a:cs typeface="Calibri"/>
                <a:sym typeface="Calibri"/>
              </a:rPr>
              <a:t> section with a map named </a:t>
            </a:r>
            <a:r>
              <a:rPr lang="en-GB" sz="1000" i="1">
                <a:latin typeface="Calibri"/>
                <a:ea typeface="Calibri"/>
                <a:cs typeface="Calibri"/>
                <a:sym typeface="Calibri"/>
              </a:rPr>
              <a:t>AWSRegionToAMI</a:t>
            </a:r>
            <a:r>
              <a:rPr lang="en-GB" sz="1000">
                <a:latin typeface="Calibri"/>
                <a:ea typeface="Calibri"/>
                <a:cs typeface="Calibri"/>
                <a:sym typeface="Calibri"/>
              </a:rPr>
              <a:t>, which contains four keys that map to name-value pairs. The name-value pairs contain single string values.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The keys are Region names. Each name-value pair is the AMI ID in the Region that is represented by the key.</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The next snippet of JSON shows how the intrinsic function </a:t>
            </a:r>
            <a:r>
              <a:rPr lang="en-GB" sz="1000">
                <a:latin typeface="Courier New"/>
                <a:ea typeface="Courier New"/>
                <a:cs typeface="Courier New"/>
                <a:sym typeface="Courier New"/>
              </a:rPr>
              <a:t>Fn::FindInMap </a:t>
            </a:r>
            <a:r>
              <a:rPr lang="en-GB" sz="1000">
                <a:latin typeface="Calibri"/>
                <a:ea typeface="Calibri"/>
                <a:cs typeface="Calibri"/>
                <a:sym typeface="Calibri"/>
              </a:rPr>
              <a:t>could be used to look up the correct AMI ID that is stored in the map, given the pseudo parameter </a:t>
            </a:r>
            <a:r>
              <a:rPr lang="en-GB" sz="1000" i="1">
                <a:latin typeface="Courier New"/>
                <a:ea typeface="Courier New"/>
                <a:cs typeface="Courier New"/>
                <a:sym typeface="Courier New"/>
              </a:rPr>
              <a:t>AWS:Region</a:t>
            </a:r>
            <a:r>
              <a:rPr lang="en-GB" sz="1000">
                <a:latin typeface="Calibri"/>
                <a:ea typeface="Calibri"/>
                <a:cs typeface="Calibri"/>
                <a:sym typeface="Calibri"/>
              </a:rPr>
              <a:t>, which resolves to an actual Region.</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For more information about mappings, see </a:t>
            </a:r>
            <a:r>
              <a:rPr lang="en-GB" sz="1000" u="sng">
                <a:solidFill>
                  <a:schemeClr val="hlink"/>
                </a:solidFill>
                <a:latin typeface="Calibri"/>
                <a:ea typeface="Calibri"/>
                <a:cs typeface="Calibri"/>
                <a:sym typeface="Calibri"/>
                <a:hlinkClick r:id="rId3"/>
              </a:rPr>
              <a:t>https://docs.aws.amazon.com/AWSCloudFormation/latest/UserGuide/mappings-section-structure.html</a:t>
            </a:r>
            <a:r>
              <a:rPr lang="en-GB" sz="1000">
                <a:latin typeface="Calibri"/>
                <a:ea typeface="Calibri"/>
                <a:cs typeface="Calibri"/>
                <a:sym typeface="Calibri"/>
              </a:rPr>
              <a:t>.</a:t>
            </a:r>
            <a:endParaRPr sz="1000">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17b44a8fbcf_0_20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g17b44a8fbcf_0_2017:notes"/>
          <p:cNvSpPr txBox="1">
            <a:spLocks noGrp="1"/>
          </p:cNvSpPr>
          <p:nvPr>
            <p:ph type="body" idx="1"/>
          </p:nvPr>
        </p:nvSpPr>
        <p:spPr>
          <a:xfrm>
            <a:off x="685800" y="4400550"/>
            <a:ext cx="5486400" cy="4158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b="0">
                <a:latin typeface="Calibri"/>
                <a:ea typeface="Calibri"/>
                <a:cs typeface="Calibri"/>
                <a:sym typeface="Calibri"/>
              </a:rPr>
              <a:t>The required </a:t>
            </a:r>
            <a:r>
              <a:rPr lang="en-GB" sz="1000" b="1" i="0">
                <a:latin typeface="Calibri"/>
                <a:ea typeface="Calibri"/>
                <a:cs typeface="Calibri"/>
                <a:sym typeface="Calibri"/>
              </a:rPr>
              <a:t>Resources</a:t>
            </a:r>
            <a:r>
              <a:rPr lang="en-GB" sz="1000" b="0">
                <a:latin typeface="Calibri"/>
                <a:ea typeface="Calibri"/>
                <a:cs typeface="Calibri"/>
                <a:sym typeface="Calibri"/>
              </a:rPr>
              <a:t> section of an AWS CloudFormation template declares the AWS resources that you want as part of your stack, such as an Amazon EC2 instance or an Amazon S3 bucket. You must declare each resource separately; however, you can specify multiple resources of the same type. If you declare multiple resources, separate them with commas.</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Note in this example that two resources will be created: an Amazon Relational Database Service (Amazon RDS) instance and an EC2 instance.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The EC2 instance—which is named </a:t>
            </a:r>
            <a:r>
              <a:rPr lang="en-GB" sz="1000" b="0" i="1">
                <a:latin typeface="Calibri"/>
                <a:ea typeface="Calibri"/>
                <a:cs typeface="Calibri"/>
                <a:sym typeface="Calibri"/>
              </a:rPr>
              <a:t>WebServer</a:t>
            </a:r>
            <a:r>
              <a:rPr lang="en-GB" sz="1000" b="0">
                <a:latin typeface="Calibri"/>
                <a:ea typeface="Calibri"/>
                <a:cs typeface="Calibri"/>
                <a:sym typeface="Calibri"/>
              </a:rPr>
              <a:t>—has a dependency on the RDS instance because the database must be created before the applications that will run on the web server can use it. Although the AWS CloudFormation service performs some sequencing of resource creation tasks automatically, these rules change as support for new resource types is rolled out through the system. To ensure a consistent sequencing of resource creation tasks, it is a best practice to use the </a:t>
            </a:r>
            <a:r>
              <a:rPr lang="en-GB" sz="1000" b="0" i="1">
                <a:latin typeface="Calibri"/>
                <a:ea typeface="Calibri"/>
                <a:cs typeface="Calibri"/>
                <a:sym typeface="Calibri"/>
              </a:rPr>
              <a:t>DependsOn</a:t>
            </a:r>
            <a:r>
              <a:rPr lang="en-GB" sz="1000" b="0">
                <a:latin typeface="Calibri"/>
                <a:ea typeface="Calibri"/>
                <a:cs typeface="Calibri"/>
                <a:sym typeface="Calibri"/>
              </a:rPr>
              <a:t> attribute.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For more information, see the AWS CloudFormation User Guide – Resources: </a:t>
            </a:r>
            <a:r>
              <a:rPr lang="en-GB" sz="1000" b="0" u="sng">
                <a:solidFill>
                  <a:schemeClr val="hlink"/>
                </a:solidFill>
                <a:latin typeface="Calibri"/>
                <a:ea typeface="Calibri"/>
                <a:cs typeface="Calibri"/>
                <a:sym typeface="Calibri"/>
                <a:hlinkClick r:id="rId3"/>
              </a:rPr>
              <a:t>http://docs.aws.amazon.com/AWSCloudFormation/latest/UserGuide/resources-section-structure.html</a:t>
            </a:r>
            <a:r>
              <a:rPr lang="en-GB" sz="1000" b="0">
                <a:latin typeface="Calibri"/>
                <a:ea typeface="Calibri"/>
                <a:cs typeface="Calibri"/>
                <a:sym typeface="Calibri"/>
              </a:rPr>
              <a:t> </a:t>
            </a:r>
            <a:endParaRPr sz="1000" b="0">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17b44a8fbcf_0_20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7" name="Google Shape;557;g17b44a8fbcf_0_2030:notes"/>
          <p:cNvSpPr txBox="1">
            <a:spLocks noGrp="1"/>
          </p:cNvSpPr>
          <p:nvPr>
            <p:ph type="body" idx="1"/>
          </p:nvPr>
        </p:nvSpPr>
        <p:spPr>
          <a:xfrm>
            <a:off x="685800" y="4400550"/>
            <a:ext cx="5486400" cy="29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latin typeface="Calibri"/>
                <a:ea typeface="Calibri"/>
                <a:cs typeface="Calibri"/>
                <a:sym typeface="Calibri"/>
              </a:rPr>
              <a:t>Use the </a:t>
            </a:r>
            <a:r>
              <a:rPr lang="en-GB" sz="1000" i="1">
                <a:latin typeface="Courier New"/>
                <a:ea typeface="Courier New"/>
                <a:cs typeface="Courier New"/>
                <a:sym typeface="Courier New"/>
              </a:rPr>
              <a:t>AWS::CloudFormation::Init </a:t>
            </a:r>
            <a:r>
              <a:rPr lang="en-GB" sz="1000">
                <a:latin typeface="Calibri"/>
                <a:ea typeface="Calibri"/>
                <a:cs typeface="Calibri"/>
                <a:sym typeface="Calibri"/>
              </a:rPr>
              <a:t>resource type to include metadata on an Amazon EC2 instance for the cfn-init helper script. If your template calls the cfn-init script, the script looks for resource metadata that is rooted in the </a:t>
            </a:r>
            <a:r>
              <a:rPr lang="en-GB" sz="1000" i="1">
                <a:latin typeface="Courier New"/>
                <a:ea typeface="Courier New"/>
                <a:cs typeface="Courier New"/>
                <a:sym typeface="Courier New"/>
              </a:rPr>
              <a:t>AWS::CloudFormation::Init </a:t>
            </a:r>
            <a:r>
              <a:rPr lang="en-GB" sz="1000">
                <a:latin typeface="Calibri"/>
                <a:ea typeface="Calibri"/>
                <a:cs typeface="Calibri"/>
                <a:sym typeface="Calibri"/>
              </a:rPr>
              <a:t>metadata key. For more information about </a:t>
            </a:r>
            <a:r>
              <a:rPr lang="en-GB" sz="1000">
                <a:latin typeface="Courier New"/>
                <a:ea typeface="Courier New"/>
                <a:cs typeface="Courier New"/>
                <a:sym typeface="Courier New"/>
              </a:rPr>
              <a:t>cfn-init</a:t>
            </a:r>
            <a:r>
              <a:rPr lang="en-GB" sz="1000">
                <a:latin typeface="Calibri"/>
                <a:ea typeface="Calibri"/>
                <a:cs typeface="Calibri"/>
                <a:sym typeface="Calibri"/>
              </a:rPr>
              <a:t>, see </a:t>
            </a:r>
            <a:r>
              <a:rPr lang="en-GB" sz="1000" u="sng">
                <a:solidFill>
                  <a:schemeClr val="hlink"/>
                </a:solidFill>
                <a:latin typeface="Calibri"/>
                <a:ea typeface="Calibri"/>
                <a:cs typeface="Calibri"/>
                <a:sym typeface="Calibri"/>
                <a:hlinkClick r:id="rId3"/>
              </a:rPr>
              <a:t>cfn-init</a:t>
            </a:r>
            <a:r>
              <a:rPr lang="en-GB" sz="1000">
                <a:latin typeface="Calibri"/>
                <a:ea typeface="Calibri"/>
                <a:cs typeface="Calibri"/>
                <a:sym typeface="Calibri"/>
              </a:rPr>
              <a:t>.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ourier New"/>
                <a:ea typeface="Courier New"/>
                <a:cs typeface="Courier New"/>
                <a:sym typeface="Courier New"/>
              </a:rPr>
              <a:t>cfn-init</a:t>
            </a:r>
            <a:r>
              <a:rPr lang="en-GB" sz="1000">
                <a:latin typeface="Calibri"/>
                <a:ea typeface="Calibri"/>
                <a:cs typeface="Calibri"/>
                <a:sym typeface="Calibri"/>
              </a:rPr>
              <a:t> supports all metadata types for Linux systems. It supports metadata types for Windows with conditions that are described in the sections that follow. For an example of using </a:t>
            </a:r>
            <a:r>
              <a:rPr lang="en-GB" sz="1000" i="1">
                <a:latin typeface="Courier New"/>
                <a:ea typeface="Courier New"/>
                <a:cs typeface="Courier New"/>
                <a:sym typeface="Courier New"/>
              </a:rPr>
              <a:t>AWS::CloudFormation::Init </a:t>
            </a:r>
            <a:r>
              <a:rPr lang="en-GB" sz="1000">
                <a:latin typeface="Calibri"/>
                <a:ea typeface="Calibri"/>
                <a:cs typeface="Calibri"/>
                <a:sym typeface="Calibri"/>
              </a:rPr>
              <a:t>and the </a:t>
            </a:r>
            <a:r>
              <a:rPr lang="en-GB" sz="1000">
                <a:latin typeface="Courier New"/>
                <a:ea typeface="Courier New"/>
                <a:cs typeface="Courier New"/>
                <a:sym typeface="Courier New"/>
              </a:rPr>
              <a:t>cfn-init </a:t>
            </a:r>
            <a:r>
              <a:rPr lang="en-GB" sz="1000">
                <a:latin typeface="Calibri"/>
                <a:ea typeface="Calibri"/>
                <a:cs typeface="Calibri"/>
                <a:sym typeface="Calibri"/>
              </a:rPr>
              <a:t>helper script, see </a:t>
            </a:r>
            <a:r>
              <a:rPr lang="en-GB" sz="1000" u="sng">
                <a:solidFill>
                  <a:schemeClr val="hlink"/>
                </a:solidFill>
                <a:latin typeface="Calibri"/>
                <a:ea typeface="Calibri"/>
                <a:cs typeface="Calibri"/>
                <a:sym typeface="Calibri"/>
                <a:hlinkClick r:id="rId4"/>
              </a:rPr>
              <a:t>https://docs.aws.amazon.com/AWSCloudFormation/latest/UserGuide/deploying.applications.html</a:t>
            </a:r>
            <a:r>
              <a:rPr lang="en-GB" sz="1000">
                <a:latin typeface="Calibri"/>
                <a:ea typeface="Calibri"/>
                <a:cs typeface="Calibri"/>
                <a:sym typeface="Calibri"/>
              </a:rPr>
              <a:t> .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For an example that shows how to use cfn-init to create a Windows stack, see </a:t>
            </a:r>
            <a:endParaRPr/>
          </a:p>
          <a:p>
            <a:pPr marL="171450" lvl="0" indent="-171450" algn="l" rtl="0">
              <a:spcBef>
                <a:spcPts val="0"/>
              </a:spcBef>
              <a:spcAft>
                <a:spcPts val="0"/>
              </a:spcAft>
              <a:buClr>
                <a:schemeClr val="dk1"/>
              </a:buClr>
              <a:buSzPts val="1000"/>
              <a:buFont typeface="Arial"/>
              <a:buChar char="•"/>
            </a:pPr>
            <a:r>
              <a:rPr lang="en-GB" sz="1000" u="sng">
                <a:solidFill>
                  <a:schemeClr val="hlink"/>
                </a:solidFill>
                <a:latin typeface="Calibri"/>
                <a:ea typeface="Calibri"/>
                <a:cs typeface="Calibri"/>
                <a:sym typeface="Calibri"/>
                <a:hlinkClick r:id="rId5"/>
              </a:rPr>
              <a:t>Bootstrapping AWS CloudFormation Windows Stacks</a:t>
            </a:r>
            <a:endParaRPr sz="1000">
              <a:latin typeface="Calibri"/>
              <a:ea typeface="Calibri"/>
              <a:cs typeface="Calibri"/>
              <a:sym typeface="Calibri"/>
            </a:endParaRPr>
          </a:p>
          <a:p>
            <a:pPr marL="171450" lvl="0" indent="-171450" algn="l" rtl="0">
              <a:lnSpc>
                <a:spcPct val="115000"/>
              </a:lnSpc>
              <a:spcBef>
                <a:spcPts val="0"/>
              </a:spcBef>
              <a:spcAft>
                <a:spcPts val="0"/>
              </a:spcAft>
              <a:buClr>
                <a:schemeClr val="dk1"/>
              </a:buClr>
              <a:buSzPts val="1000"/>
              <a:buFont typeface="Arial"/>
              <a:buChar char="•"/>
            </a:pPr>
            <a:r>
              <a:rPr lang="en-GB" sz="1000" u="sng">
                <a:solidFill>
                  <a:schemeClr val="hlink"/>
                </a:solidFill>
                <a:latin typeface="Calibri"/>
                <a:ea typeface="Calibri"/>
                <a:cs typeface="Calibri"/>
                <a:sym typeface="Calibri"/>
                <a:hlinkClick r:id="rId6"/>
              </a:rPr>
              <a:t>https://docs.aws.amazon.com/AWSCloudFormation/latest/UserGuide/aws-resource-init.html</a:t>
            </a:r>
            <a:r>
              <a:rPr lang="en-GB" sz="1000">
                <a:latin typeface="Calibri"/>
                <a:ea typeface="Calibri"/>
                <a:cs typeface="Calibri"/>
                <a:sym typeface="Calibri"/>
              </a:rPr>
              <a:t>.</a:t>
            </a:r>
            <a:endParaRPr/>
          </a:p>
          <a:p>
            <a:pPr marL="0" lvl="0" indent="0" algn="l" rtl="0">
              <a:lnSpc>
                <a:spcPct val="115000"/>
              </a:lnSpc>
              <a:spcBef>
                <a:spcPts val="964"/>
              </a:spcBef>
              <a:spcAft>
                <a:spcPts val="0"/>
              </a:spcAft>
              <a:buNone/>
            </a:pPr>
            <a:r>
              <a:rPr lang="en-GB" sz="1000"/>
              <a:t>For Amazon ECS instances, start with the Amazon ECS-optimized AMI provided by AWS. We then use CloudFormation Init to provision the packages, run commands, install files and configure the servers as we need them. We recommend this because it has several benefits like being declarative and being updatable. AWS::CloudFormation::Init is configured by running cfn-bootstrap scripts on the instance. </a:t>
            </a:r>
            <a:endParaRPr sz="900">
              <a:latin typeface="Courier New"/>
              <a:ea typeface="Courier New"/>
              <a:cs typeface="Courier New"/>
              <a:sym typeface="Courier New"/>
            </a:endParaRPr>
          </a:p>
          <a:p>
            <a:pPr marL="0" lvl="0" indent="0" algn="l" rtl="0">
              <a:spcBef>
                <a:spcPts val="964"/>
              </a:spcBef>
              <a:spcAft>
                <a:spcPts val="0"/>
              </a:spcAft>
              <a:buNone/>
            </a:pPr>
            <a:r>
              <a:rPr lang="en-GB" sz="800">
                <a:latin typeface="Courier New"/>
                <a:ea typeface="Courier New"/>
                <a:cs typeface="Courier New"/>
                <a:sym typeface="Courier New"/>
              </a:rPr>
              <a:t>"MyInstance": {</a:t>
            </a:r>
            <a:endParaRPr/>
          </a:p>
          <a:p>
            <a:pPr marL="0" lvl="0" indent="0" algn="l" rtl="0">
              <a:spcBef>
                <a:spcPts val="0"/>
              </a:spcBef>
              <a:spcAft>
                <a:spcPts val="0"/>
              </a:spcAft>
              <a:buNone/>
            </a:pPr>
            <a:r>
              <a:rPr lang="en-GB" sz="800">
                <a:latin typeface="Courier New"/>
                <a:ea typeface="Courier New"/>
                <a:cs typeface="Courier New"/>
                <a:sym typeface="Courier New"/>
              </a:rPr>
              <a:t>    "Type": "AWS::EC2::Instance",</a:t>
            </a:r>
            <a:endParaRPr/>
          </a:p>
          <a:p>
            <a:pPr marL="0" lvl="0" indent="0" algn="l" rtl="0">
              <a:spcBef>
                <a:spcPts val="0"/>
              </a:spcBef>
              <a:spcAft>
                <a:spcPts val="0"/>
              </a:spcAft>
              <a:buNone/>
            </a:pPr>
            <a:r>
              <a:rPr lang="en-GB" sz="800">
                <a:latin typeface="Courier New"/>
                <a:ea typeface="Courier New"/>
                <a:cs typeface="Courier New"/>
                <a:sym typeface="Courier New"/>
              </a:rPr>
              <a:t>    "</a:t>
            </a:r>
            <a:r>
              <a:rPr lang="en-GB" sz="800" b="1">
                <a:solidFill>
                  <a:srgbClr val="007CBC"/>
                </a:solidFill>
                <a:latin typeface="Courier New"/>
                <a:ea typeface="Courier New"/>
                <a:cs typeface="Courier New"/>
                <a:sym typeface="Courier New"/>
              </a:rPr>
              <a:t>Metadata</a:t>
            </a:r>
            <a:r>
              <a:rPr lang="en-GB" sz="800">
                <a:latin typeface="Courier New"/>
                <a:ea typeface="Courier New"/>
                <a:cs typeface="Courier New"/>
                <a:sym typeface="Courier New"/>
              </a:rPr>
              <a:t>" : {</a:t>
            </a:r>
            <a:endParaRPr/>
          </a:p>
          <a:p>
            <a:pPr marL="0" lvl="0" indent="0" algn="l" rtl="0">
              <a:spcBef>
                <a:spcPts val="0"/>
              </a:spcBef>
              <a:spcAft>
                <a:spcPts val="0"/>
              </a:spcAft>
              <a:buNone/>
            </a:pPr>
            <a:r>
              <a:rPr lang="en-GB" sz="800">
                <a:latin typeface="Courier New"/>
                <a:ea typeface="Courier New"/>
                <a:cs typeface="Courier New"/>
                <a:sym typeface="Courier New"/>
              </a:rPr>
              <a:t>        "</a:t>
            </a:r>
            <a:r>
              <a:rPr lang="en-GB" sz="800" b="1">
                <a:solidFill>
                  <a:srgbClr val="007CBC"/>
                </a:solidFill>
                <a:latin typeface="Courier New"/>
                <a:ea typeface="Courier New"/>
                <a:cs typeface="Courier New"/>
                <a:sym typeface="Courier New"/>
              </a:rPr>
              <a:t>AWS::CloudFormation::Init</a:t>
            </a:r>
            <a:r>
              <a:rPr lang="en-GB" sz="800">
                <a:latin typeface="Courier New"/>
                <a:ea typeface="Courier New"/>
                <a:cs typeface="Courier New"/>
                <a:sym typeface="Courier New"/>
              </a:rPr>
              <a:t>" : {</a:t>
            </a:r>
            <a:endParaRPr/>
          </a:p>
          <a:p>
            <a:pPr marL="0" lvl="0" indent="0" algn="l" rtl="0">
              <a:spcBef>
                <a:spcPts val="0"/>
              </a:spcBef>
              <a:spcAft>
                <a:spcPts val="0"/>
              </a:spcAft>
              <a:buNone/>
            </a:pPr>
            <a:r>
              <a:rPr lang="en-GB" sz="800">
                <a:latin typeface="Courier New"/>
                <a:ea typeface="Courier New"/>
                <a:cs typeface="Courier New"/>
                <a:sym typeface="Courier New"/>
              </a:rPr>
              <a:t>            "webapp-config": {</a:t>
            </a:r>
            <a:endParaRPr/>
          </a:p>
          <a:p>
            <a:pPr marL="0" lvl="0" indent="0" algn="l" rtl="0">
              <a:spcBef>
                <a:spcPts val="0"/>
              </a:spcBef>
              <a:spcAft>
                <a:spcPts val="0"/>
              </a:spcAft>
              <a:buNone/>
            </a:pPr>
            <a:r>
              <a:rPr lang="en-GB" sz="800">
                <a:latin typeface="Courier New"/>
                <a:ea typeface="Courier New"/>
                <a:cs typeface="Courier New"/>
                <a:sym typeface="Courier New"/>
              </a:rPr>
              <a:t>                "packages" : {},</a:t>
            </a:r>
            <a:endParaRPr/>
          </a:p>
          <a:p>
            <a:pPr marL="0" lvl="0" indent="0" algn="l" rtl="0">
              <a:spcBef>
                <a:spcPts val="0"/>
              </a:spcBef>
              <a:spcAft>
                <a:spcPts val="0"/>
              </a:spcAft>
              <a:buNone/>
            </a:pPr>
            <a:r>
              <a:rPr lang="en-GB" sz="800">
                <a:latin typeface="Courier New"/>
                <a:ea typeface="Courier New"/>
                <a:cs typeface="Courier New"/>
                <a:sym typeface="Courier New"/>
              </a:rPr>
              <a:t>                "sources"  : {}, "files"    : {},</a:t>
            </a:r>
            <a:endParaRPr/>
          </a:p>
          <a:p>
            <a:pPr marL="0" lvl="0" indent="0" algn="l" rtl="0">
              <a:spcBef>
                <a:spcPts val="0"/>
              </a:spcBef>
              <a:spcAft>
                <a:spcPts val="0"/>
              </a:spcAft>
              <a:buNone/>
            </a:pPr>
            <a:r>
              <a:rPr lang="en-GB" sz="800">
                <a:latin typeface="Courier New"/>
                <a:ea typeface="Courier New"/>
                <a:cs typeface="Courier New"/>
                <a:sym typeface="Courier New"/>
              </a:rPr>
              <a:t>                "groups"   : {}, "users"    : {},</a:t>
            </a:r>
            <a:endParaRPr/>
          </a:p>
          <a:p>
            <a:pPr marL="0" lvl="0" indent="0" algn="l" rtl="0">
              <a:spcBef>
                <a:spcPts val="0"/>
              </a:spcBef>
              <a:spcAft>
                <a:spcPts val="0"/>
              </a:spcAft>
              <a:buNone/>
            </a:pPr>
            <a:r>
              <a:rPr lang="en-GB" sz="800">
                <a:latin typeface="Courier New"/>
                <a:ea typeface="Courier New"/>
                <a:cs typeface="Courier New"/>
                <a:sym typeface="Courier New"/>
              </a:rPr>
              <a:t>                "commands" : {}, "services" : {}</a:t>
            </a:r>
            <a:endParaRPr/>
          </a:p>
          <a:p>
            <a:pPr marL="0" lvl="0" indent="0" algn="l" rtl="0">
              <a:spcBef>
                <a:spcPts val="0"/>
              </a:spcBef>
              <a:spcAft>
                <a:spcPts val="0"/>
              </a:spcAft>
              <a:buNone/>
            </a:pPr>
            <a:r>
              <a:rPr lang="en-GB" sz="1000"/>
              <a:t>For more information, see: </a:t>
            </a:r>
            <a:r>
              <a:rPr lang="en-GB" sz="1000" u="sng">
                <a:solidFill>
                  <a:schemeClr val="hlink"/>
                </a:solidFill>
                <a:hlinkClick r:id="rId6"/>
              </a:rPr>
              <a:t>https://docs.aws.amazon.com/AWSCloudFormation/latest/UserGuide/aws-resource-init.html</a:t>
            </a:r>
            <a:r>
              <a:rPr lang="en-GB" sz="1000"/>
              <a:t> </a:t>
            </a:r>
            <a:endParaRPr sz="1000">
              <a:latin typeface="Courier New"/>
              <a:ea typeface="Courier New"/>
              <a:cs typeface="Courier New"/>
              <a:sym typeface="Courier New"/>
            </a:endParaRPr>
          </a:p>
          <a:p>
            <a:pPr marL="0" lvl="0" indent="0" algn="l" rtl="0">
              <a:spcBef>
                <a:spcPts val="0"/>
              </a:spcBef>
              <a:spcAft>
                <a:spcPts val="0"/>
              </a:spcAft>
              <a:buNone/>
            </a:pPr>
            <a:endParaRPr sz="1000">
              <a:latin typeface="Courier New"/>
              <a:ea typeface="Courier New"/>
              <a:cs typeface="Courier New"/>
              <a:sym typeface="Courier New"/>
            </a:endParaRPr>
          </a:p>
          <a:p>
            <a:pPr marL="0" lvl="0" indent="0" algn="l" rtl="0">
              <a:lnSpc>
                <a:spcPct val="115000"/>
              </a:lnSpc>
              <a:spcBef>
                <a:spcPts val="0"/>
              </a:spcBef>
              <a:spcAft>
                <a:spcPts val="0"/>
              </a:spcAft>
              <a:buNone/>
            </a:pPr>
            <a:endParaRPr sz="1000">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17b44a8fbcf_0_20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g17b44a8fbcf_0_20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t>C</a:t>
            </a:r>
            <a:r>
              <a:rPr lang="en-GB" sz="1000" b="0">
                <a:latin typeface="Calibri"/>
                <a:ea typeface="Calibri"/>
                <a:cs typeface="Calibri"/>
                <a:sym typeface="Calibri"/>
              </a:rPr>
              <a:t>hoose to use either </a:t>
            </a:r>
            <a:r>
              <a:rPr lang="en-GB" sz="1000" b="0">
                <a:latin typeface="Courier New"/>
                <a:ea typeface="Courier New"/>
                <a:cs typeface="Courier New"/>
                <a:sym typeface="Courier New"/>
              </a:rPr>
              <a:t>CloudFormation::Init</a:t>
            </a:r>
            <a:r>
              <a:rPr lang="en-GB" sz="1000" b="0">
                <a:latin typeface="Calibri"/>
                <a:ea typeface="Calibri"/>
                <a:cs typeface="Calibri"/>
                <a:sym typeface="Calibri"/>
              </a:rPr>
              <a:t> or user data to configure an instance. </a:t>
            </a:r>
            <a:endParaRPr/>
          </a:p>
          <a:p>
            <a:pPr marL="0" lvl="0" indent="0" algn="l" rtl="0">
              <a:spcBef>
                <a:spcPts val="0"/>
              </a:spcBef>
              <a:spcAft>
                <a:spcPts val="0"/>
              </a:spcAft>
              <a:buNone/>
            </a:pPr>
            <a:endParaRPr sz="1000" b="0" i="1">
              <a:latin typeface="Calibri"/>
              <a:ea typeface="Calibri"/>
              <a:cs typeface="Calibri"/>
              <a:sym typeface="Calibri"/>
            </a:endParaRPr>
          </a:p>
          <a:p>
            <a:pPr marL="0" lvl="0" indent="0" algn="l" rtl="0">
              <a:spcBef>
                <a:spcPts val="0"/>
              </a:spcBef>
              <a:spcAft>
                <a:spcPts val="0"/>
              </a:spcAft>
              <a:buNone/>
            </a:pPr>
            <a:r>
              <a:rPr lang="en-GB" sz="1000" b="0" i="1">
                <a:latin typeface="Calibri"/>
                <a:ea typeface="Calibri"/>
                <a:cs typeface="Calibri"/>
                <a:sym typeface="Calibri"/>
              </a:rPr>
              <a:t>User data </a:t>
            </a:r>
            <a:r>
              <a:rPr lang="en-GB" sz="1000" b="0">
                <a:latin typeface="Calibri"/>
                <a:ea typeface="Calibri"/>
                <a:cs typeface="Calibri"/>
                <a:sym typeface="Calibri"/>
              </a:rPr>
              <a:t>gives you greater control over the order of when commands are run as part of your operations. It also provides the possibility of more robust error handling and error recovery because user data scripts are written in programming languages with loops and support for conditionals.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One downside of using user data in an AWS CloudFormation template is that any special characters—such as double quotes—must be escaped within the template for the file to parse as valid JSON or YAML code. It can be tricky to escape your user data so that it parses cleanly as JSON or YAML code.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One strategy is to place all of your user data code into a separate script that is run by AWS CloudFormation with a </a:t>
            </a:r>
            <a:r>
              <a:rPr lang="en-GB" sz="1000" b="0">
                <a:latin typeface="Courier New"/>
                <a:ea typeface="Courier New"/>
                <a:cs typeface="Courier New"/>
                <a:sym typeface="Courier New"/>
              </a:rPr>
              <a:t>CloudFormation::Init</a:t>
            </a:r>
            <a:r>
              <a:rPr lang="en-GB" sz="1000" b="0">
                <a:latin typeface="Calibri"/>
                <a:ea typeface="Calibri"/>
                <a:cs typeface="Calibri"/>
                <a:sym typeface="Calibri"/>
              </a:rPr>
              <a:t> command. This solution is cleaner and easier to maintain than embedding programming code in your templates. For ease of development and maintenance, it is a good idea to experiment with different methods of initializing EC2 instances via AWS CloudFormation, and standardize on a uniform method that is used across your organization. </a:t>
            </a:r>
            <a:endParaRPr/>
          </a:p>
          <a:p>
            <a:pPr marL="0" lvl="0" indent="0" algn="l" rtl="0">
              <a:spcBef>
                <a:spcPts val="0"/>
              </a:spcBef>
              <a:spcAft>
                <a:spcPts val="0"/>
              </a:spcAft>
              <a:buNone/>
            </a:pPr>
            <a:endParaRPr sz="1000" b="0">
              <a:latin typeface="Calibri"/>
              <a:ea typeface="Calibri"/>
              <a:cs typeface="Calibri"/>
              <a:sym typeface="Calibri"/>
            </a:endParaRPr>
          </a:p>
          <a:p>
            <a:pPr marL="0" marR="0" lvl="0" indent="0" algn="l" rtl="0">
              <a:lnSpc>
                <a:spcPct val="100000"/>
              </a:lnSpc>
              <a:spcBef>
                <a:spcPts val="0"/>
              </a:spcBef>
              <a:spcAft>
                <a:spcPts val="0"/>
              </a:spcAft>
              <a:buClr>
                <a:schemeClr val="dk1"/>
              </a:buClr>
              <a:buSzPts val="1000"/>
              <a:buFont typeface="Calibri"/>
              <a:buNone/>
            </a:pPr>
            <a:r>
              <a:rPr lang="en-GB" sz="1000">
                <a:solidFill>
                  <a:schemeClr val="dk1"/>
                </a:solidFill>
                <a:latin typeface="Calibri"/>
                <a:ea typeface="Calibri"/>
                <a:cs typeface="Calibri"/>
                <a:sym typeface="Calibri"/>
              </a:rPr>
              <a:t>You can create multiple configsets, and call a series of them using your cfn-init script. Each configset can contain a list of config keys or references to other configsets. Configsets are used in conjunction with the cf-init commands to allow for reusing code to be easier. For example, you can set a “default” configset for all web servers to install Apache and PHP, instead of building out the UserData scripts to install this every time or bake it into an AMI.</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17b44a8fbcf_0_20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3" name="Google Shape;573;g17b44a8fbcf_0_2044:notes"/>
          <p:cNvSpPr txBox="1">
            <a:spLocks noGrp="1"/>
          </p:cNvSpPr>
          <p:nvPr>
            <p:ph type="body" idx="1"/>
          </p:nvPr>
        </p:nvSpPr>
        <p:spPr>
          <a:xfrm>
            <a:off x="701042" y="4415792"/>
            <a:ext cx="5608200" cy="4113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b="0">
                <a:latin typeface="Calibri"/>
                <a:ea typeface="Calibri"/>
                <a:cs typeface="Calibri"/>
                <a:sym typeface="Calibri"/>
              </a:rPr>
              <a:t>As far as AWS is concerned, an EC2 instance is ready when it passes its status checks. However, passing status checks might not mean that your instance is ready in terms of the installations and configurations that you expect the EC2 instance to have. Your user data and </a:t>
            </a:r>
            <a:r>
              <a:rPr lang="en-GB" sz="1000">
                <a:latin typeface="Calibri"/>
                <a:ea typeface="Calibri"/>
                <a:cs typeface="Calibri"/>
                <a:sym typeface="Calibri"/>
              </a:rPr>
              <a:t>scripts </a:t>
            </a:r>
            <a:r>
              <a:rPr lang="en-GB" sz="1000" b="0">
                <a:latin typeface="Calibri"/>
                <a:ea typeface="Calibri"/>
                <a:cs typeface="Calibri"/>
                <a:sym typeface="Calibri"/>
              </a:rPr>
              <a:t>might still be running commands to install the software that is required to turn your instance into a database server, a SharePoint server, or a node in a data processing cluster.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To signal to AWS CloudFormation that your instance is truly ready, you need to use a </a:t>
            </a:r>
            <a:r>
              <a:rPr lang="en-GB" sz="1000" b="0" i="1">
                <a:latin typeface="Calibri"/>
                <a:ea typeface="Calibri"/>
                <a:cs typeface="Calibri"/>
                <a:sym typeface="Calibri"/>
              </a:rPr>
              <a:t>WaitCondition</a:t>
            </a:r>
            <a:r>
              <a:rPr lang="en-GB" sz="1000" b="0">
                <a:latin typeface="Calibri"/>
                <a:ea typeface="Calibri"/>
                <a:cs typeface="Calibri"/>
                <a:sym typeface="Calibri"/>
              </a:rPr>
              <a:t>. Think of a WaitCondition as a stop sign that prevents your stack from being marked as complete by AWS CloudFormation before your code sends a signal that it has finished. The WaitConditionHandle is a textual representation of the WaitCondition that your initialization code can use to signal to AWS CloudFormation that your resource has been created.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Your initialization code—whether it is in user data or in a separate script that is downloaded to the instance by using </a:t>
            </a:r>
            <a:r>
              <a:rPr lang="en-GB" sz="1000" b="0">
                <a:latin typeface="Courier New"/>
                <a:ea typeface="Courier New"/>
                <a:cs typeface="Courier New"/>
                <a:sym typeface="Courier New"/>
              </a:rPr>
              <a:t>CloudFormation::Ini</a:t>
            </a:r>
            <a:r>
              <a:rPr lang="en-GB" sz="1000">
                <a:latin typeface="Calibri"/>
                <a:ea typeface="Calibri"/>
                <a:cs typeface="Calibri"/>
                <a:sym typeface="Calibri"/>
              </a:rPr>
              <a:t>t</a:t>
            </a:r>
            <a:r>
              <a:rPr lang="en-GB" sz="1000" b="0">
                <a:latin typeface="Calibri"/>
                <a:ea typeface="Calibri"/>
                <a:cs typeface="Calibri"/>
                <a:sym typeface="Calibri"/>
              </a:rPr>
              <a:t>—is responsible for calling the </a:t>
            </a:r>
            <a:r>
              <a:rPr lang="en-GB" sz="1000" b="0" i="1">
                <a:latin typeface="Courier New"/>
                <a:ea typeface="Courier New"/>
                <a:cs typeface="Courier New"/>
                <a:sym typeface="Courier New"/>
              </a:rPr>
              <a:t>cfn-signal</a:t>
            </a:r>
            <a:r>
              <a:rPr lang="en-GB" sz="1000" b="0">
                <a:latin typeface="Courier New"/>
                <a:ea typeface="Courier New"/>
                <a:cs typeface="Courier New"/>
                <a:sym typeface="Courier New"/>
              </a:rPr>
              <a:t> </a:t>
            </a:r>
            <a:r>
              <a:rPr lang="en-GB" sz="1000" b="0">
                <a:latin typeface="Calibri"/>
                <a:ea typeface="Calibri"/>
                <a:cs typeface="Calibri"/>
                <a:sym typeface="Calibri"/>
              </a:rPr>
              <a:t>command on the instance to indicate that it has finished its work. You can signal that the task was successful, which means that AWS CloudFormation will either begin creating the next resource in your stack, or it will mark your entire stack as completed. Or, you can mark that the task failed, which means that by default, AWS CloudFormation will roll back any resources in your stack that were created to date.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17b44a8fbcf_0_20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g17b44a8fbcf_0_20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b="0">
                <a:latin typeface="Calibri"/>
                <a:ea typeface="Calibri"/>
                <a:cs typeface="Calibri"/>
                <a:sym typeface="Calibri"/>
              </a:rPr>
              <a:t>In the example section of an AWS CloudFormation template on the left, you see that an </a:t>
            </a:r>
            <a:r>
              <a:rPr lang="en-GB" sz="1000" b="0">
                <a:latin typeface="Courier New"/>
                <a:ea typeface="Courier New"/>
                <a:cs typeface="Courier New"/>
                <a:sym typeface="Courier New"/>
              </a:rPr>
              <a:t>AWS::CloudFormation::WaitConditionHandle </a:t>
            </a:r>
            <a:r>
              <a:rPr lang="en-GB" sz="1000" b="0">
                <a:latin typeface="Calibri"/>
                <a:ea typeface="Calibri"/>
                <a:cs typeface="Calibri"/>
                <a:sym typeface="Calibri"/>
              </a:rPr>
              <a:t>resource named </a:t>
            </a:r>
            <a:r>
              <a:rPr lang="en-GB" sz="1000" b="0" i="1">
                <a:latin typeface="Courier New"/>
                <a:ea typeface="Courier New"/>
                <a:cs typeface="Courier New"/>
                <a:sym typeface="Courier New"/>
              </a:rPr>
              <a:t>WebServerWaitHandle</a:t>
            </a:r>
            <a:r>
              <a:rPr lang="en-GB" sz="1000" b="0" i="0">
                <a:latin typeface="Courier New"/>
                <a:ea typeface="Courier New"/>
                <a:cs typeface="Courier New"/>
                <a:sym typeface="Courier New"/>
              </a:rPr>
              <a:t> </a:t>
            </a:r>
            <a:r>
              <a:rPr lang="en-GB" sz="1000" b="0" i="0">
                <a:latin typeface="Calibri"/>
                <a:ea typeface="Calibri"/>
                <a:cs typeface="Calibri"/>
                <a:sym typeface="Calibri"/>
              </a:rPr>
              <a:t>is defined. </a:t>
            </a:r>
            <a:endParaRPr/>
          </a:p>
          <a:p>
            <a:pPr marL="0" lvl="0" indent="0" algn="l" rtl="0">
              <a:spcBef>
                <a:spcPts val="0"/>
              </a:spcBef>
              <a:spcAft>
                <a:spcPts val="0"/>
              </a:spcAft>
              <a:buNone/>
            </a:pPr>
            <a:endParaRPr sz="1000" b="0" i="0">
              <a:latin typeface="Calibri"/>
              <a:ea typeface="Calibri"/>
              <a:cs typeface="Calibri"/>
              <a:sym typeface="Calibri"/>
            </a:endParaRPr>
          </a:p>
          <a:p>
            <a:pPr marL="0" lvl="0" indent="0" algn="l" rtl="0">
              <a:spcBef>
                <a:spcPts val="0"/>
              </a:spcBef>
              <a:spcAft>
                <a:spcPts val="0"/>
              </a:spcAft>
              <a:buNone/>
            </a:pPr>
            <a:r>
              <a:rPr lang="en-GB" sz="1000" b="0" i="0">
                <a:latin typeface="Calibri"/>
                <a:ea typeface="Calibri"/>
                <a:cs typeface="Calibri"/>
                <a:sym typeface="Calibri"/>
              </a:rPr>
              <a:t>A little lower down in the JSON snippet on the left, an </a:t>
            </a:r>
            <a:r>
              <a:rPr lang="en-GB" sz="1000" b="0">
                <a:latin typeface="Courier New"/>
                <a:ea typeface="Courier New"/>
                <a:cs typeface="Courier New"/>
                <a:sym typeface="Courier New"/>
              </a:rPr>
              <a:t>AWS::CloudFormation::WaitCondition </a:t>
            </a:r>
            <a:r>
              <a:rPr lang="en-GB" sz="1000" b="0">
                <a:latin typeface="Calibri"/>
                <a:ea typeface="Calibri"/>
                <a:cs typeface="Calibri"/>
                <a:sym typeface="Calibri"/>
              </a:rPr>
              <a:t>is also defined, which is called </a:t>
            </a:r>
            <a:r>
              <a:rPr lang="en-GB" sz="1000" b="0" i="1">
                <a:latin typeface="Courier New"/>
                <a:ea typeface="Courier New"/>
                <a:cs typeface="Courier New"/>
                <a:sym typeface="Courier New"/>
              </a:rPr>
              <a:t>WebServerWaitCondition</a:t>
            </a:r>
            <a:r>
              <a:rPr lang="en-GB" sz="1200" b="0" i="0">
                <a:latin typeface="Calibri"/>
                <a:ea typeface="Calibri"/>
                <a:cs typeface="Calibri"/>
                <a:sym typeface="Calibri"/>
              </a:rPr>
              <a:t>. </a:t>
            </a:r>
            <a:r>
              <a:rPr lang="en-GB" sz="1000" b="0" i="0">
                <a:latin typeface="Calibri"/>
                <a:ea typeface="Calibri"/>
                <a:cs typeface="Calibri"/>
                <a:sym typeface="Calibri"/>
              </a:rPr>
              <a:t>You can see that it </a:t>
            </a:r>
            <a:r>
              <a:rPr lang="en-GB" sz="1000" b="0">
                <a:latin typeface="Calibri"/>
                <a:ea typeface="Calibri"/>
                <a:cs typeface="Calibri"/>
                <a:sym typeface="Calibri"/>
              </a:rPr>
              <a:t>waits to receive input on this WaitConditionHandle.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In the code block on the right, you see the </a:t>
            </a:r>
            <a:r>
              <a:rPr lang="en-GB" sz="1000" b="1" i="0">
                <a:latin typeface="Calibri"/>
                <a:ea typeface="Calibri"/>
                <a:cs typeface="Calibri"/>
                <a:sym typeface="Calibri"/>
              </a:rPr>
              <a:t>UserData</a:t>
            </a:r>
            <a:r>
              <a:rPr lang="en-GB" sz="1000" b="0">
                <a:latin typeface="Calibri"/>
                <a:ea typeface="Calibri"/>
                <a:cs typeface="Calibri"/>
                <a:sym typeface="Calibri"/>
              </a:rPr>
              <a:t> section of an AWS::EC2::Instance resource. Notice that it invokes the cfn-signal command and that it has a reference to the WebServerWaitHandle. After the UserData script finishes running, the WaitConditionHandle will be fulfilled. </a:t>
            </a:r>
            <a:endParaRPr sz="1000" b="1">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17b44a8fbcf_0_20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1" name="Google Shape;591;g17b44a8fbcf_0_20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b="1">
                <a:latin typeface="Calibri"/>
                <a:ea typeface="Calibri"/>
                <a:cs typeface="Calibri"/>
                <a:sym typeface="Calibri"/>
              </a:rPr>
              <a:t>Outputs </a:t>
            </a:r>
            <a:r>
              <a:rPr lang="en-GB" sz="1000" b="0">
                <a:latin typeface="Calibri"/>
                <a:ea typeface="Calibri"/>
                <a:cs typeface="Calibri"/>
                <a:sym typeface="Calibri"/>
              </a:rPr>
              <a:t>is an </a:t>
            </a:r>
            <a:r>
              <a:rPr lang="en-GB" sz="1000" b="0" i="1">
                <a:latin typeface="Calibri"/>
                <a:ea typeface="Calibri"/>
                <a:cs typeface="Calibri"/>
                <a:sym typeface="Calibri"/>
              </a:rPr>
              <a:t>optional</a:t>
            </a:r>
            <a:r>
              <a:rPr lang="en-GB" sz="1000" b="0">
                <a:latin typeface="Calibri"/>
                <a:ea typeface="Calibri"/>
                <a:cs typeface="Calibri"/>
                <a:sym typeface="Calibri"/>
              </a:rPr>
              <a:t> section in an AWS CloudFormation template</a:t>
            </a:r>
            <a:r>
              <a:rPr lang="en-GB" sz="1000" b="1">
                <a:latin typeface="Calibri"/>
                <a:ea typeface="Calibri"/>
                <a:cs typeface="Calibri"/>
                <a:sym typeface="Calibri"/>
              </a:rPr>
              <a:t>. </a:t>
            </a:r>
            <a:r>
              <a:rPr lang="en-GB" sz="1000" b="0">
                <a:latin typeface="Calibri"/>
                <a:ea typeface="Calibri"/>
                <a:cs typeface="Calibri"/>
                <a:sym typeface="Calibri"/>
              </a:rPr>
              <a:t>The </a:t>
            </a:r>
            <a:r>
              <a:rPr lang="en-GB" sz="1000" b="1">
                <a:latin typeface="Calibri"/>
                <a:ea typeface="Calibri"/>
                <a:cs typeface="Calibri"/>
                <a:sym typeface="Calibri"/>
              </a:rPr>
              <a:t>Outputs</a:t>
            </a:r>
            <a:r>
              <a:rPr lang="en-GB" sz="1000" b="0">
                <a:latin typeface="Calibri"/>
                <a:ea typeface="Calibri"/>
                <a:cs typeface="Calibri"/>
                <a:sym typeface="Calibri"/>
              </a:rPr>
              <a:t> section returns string values that were created by the template and that might be important to users. For example, if you create an Amazon EC2 instance that functions as a public web server, you might choose to output the full public DNS name of the server in the </a:t>
            </a:r>
            <a:r>
              <a:rPr lang="en-GB" sz="1000" b="1">
                <a:latin typeface="Calibri"/>
                <a:ea typeface="Calibri"/>
                <a:cs typeface="Calibri"/>
                <a:sym typeface="Calibri"/>
              </a:rPr>
              <a:t>Outputs</a:t>
            </a:r>
            <a:r>
              <a:rPr lang="en-GB" sz="1000" b="0">
                <a:latin typeface="Calibri"/>
                <a:ea typeface="Calibri"/>
                <a:cs typeface="Calibri"/>
                <a:sym typeface="Calibri"/>
              </a:rPr>
              <a:t> section. </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In the example, the DNS name of an Elastic Load Balancing load balancer—which must also be defined in the </a:t>
            </a:r>
            <a:r>
              <a:rPr lang="en-GB" sz="1000" b="1">
                <a:latin typeface="Calibri"/>
                <a:ea typeface="Calibri"/>
                <a:cs typeface="Calibri"/>
                <a:sym typeface="Calibri"/>
              </a:rPr>
              <a:t>Resources</a:t>
            </a:r>
            <a:r>
              <a:rPr lang="en-GB" sz="1000" b="0">
                <a:latin typeface="Calibri"/>
                <a:ea typeface="Calibri"/>
                <a:cs typeface="Calibri"/>
                <a:sym typeface="Calibri"/>
              </a:rPr>
              <a:t> section of the same AWS CloudFormation template—will be returned, and the URL of the website that is available via the load balancer will be known.</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r>
              <a:rPr lang="en-GB" sz="1000" b="0">
                <a:latin typeface="Calibri"/>
                <a:ea typeface="Calibri"/>
                <a:cs typeface="Calibri"/>
                <a:sym typeface="Calibri"/>
              </a:rPr>
              <a:t>After you run the stack, outputs are visible in the </a:t>
            </a:r>
            <a:r>
              <a:rPr lang="en-GB" sz="1000" b="1">
                <a:latin typeface="Calibri"/>
                <a:ea typeface="Calibri"/>
                <a:cs typeface="Calibri"/>
                <a:sym typeface="Calibri"/>
              </a:rPr>
              <a:t>Outputs</a:t>
            </a:r>
            <a:r>
              <a:rPr lang="en-GB" sz="1000" b="0">
                <a:latin typeface="Calibri"/>
                <a:ea typeface="Calibri"/>
                <a:cs typeface="Calibri"/>
                <a:sym typeface="Calibri"/>
              </a:rPr>
              <a:t> tab of the AWS CloudFormation page in the AWS Management Console. If you run your stack using the AWS CLI or the API, you can also retrieve outputs programmatically.</a:t>
            </a:r>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endParaRPr sz="1000" b="0">
              <a:latin typeface="Calibri"/>
              <a:ea typeface="Calibri"/>
              <a:cs typeface="Calibri"/>
              <a:sym typeface="Calibri"/>
            </a:endParaRPr>
          </a:p>
          <a:p>
            <a:pPr marL="0" lvl="0" indent="0" algn="l" rtl="0">
              <a:spcBef>
                <a:spcPts val="0"/>
              </a:spcBef>
              <a:spcAft>
                <a:spcPts val="0"/>
              </a:spcAft>
              <a:buNone/>
            </a:pPr>
            <a:endParaRPr sz="1200">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17b44a8fbcf_0_20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g17b44a8fbcf_0_20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latin typeface="Calibri"/>
                <a:ea typeface="Calibri"/>
                <a:cs typeface="Calibri"/>
                <a:sym typeface="Calibri"/>
              </a:rPr>
              <a:t>Although the default behavior of AWS CloudFormation is to </a:t>
            </a:r>
            <a:r>
              <a:rPr lang="en-GB" sz="1000" i="1">
                <a:latin typeface="Calibri"/>
                <a:ea typeface="Calibri"/>
                <a:cs typeface="Calibri"/>
                <a:sym typeface="Calibri"/>
              </a:rPr>
              <a:t>roll back</a:t>
            </a:r>
            <a:r>
              <a:rPr lang="en-GB" sz="1000">
                <a:latin typeface="Calibri"/>
                <a:ea typeface="Calibri"/>
                <a:cs typeface="Calibri"/>
                <a:sym typeface="Calibri"/>
              </a:rPr>
              <a:t> all changes when a stack fails to successfully complete all actions, you can override the default.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You can also apply a </a:t>
            </a:r>
            <a:r>
              <a:rPr lang="en-GB" sz="1000" i="1">
                <a:latin typeface="Calibri"/>
                <a:ea typeface="Calibri"/>
                <a:cs typeface="Calibri"/>
                <a:sym typeface="Calibri"/>
              </a:rPr>
              <a:t>stack policy </a:t>
            </a:r>
            <a:r>
              <a:rPr lang="en-GB" sz="1000">
                <a:latin typeface="Calibri"/>
                <a:ea typeface="Calibri"/>
                <a:cs typeface="Calibri"/>
                <a:sym typeface="Calibri"/>
              </a:rPr>
              <a:t>to prevent updates to stack resources. When you create a stack, all update actions are allowed on all resources by default. This means that anyone with stack update permissions can update all of the resources in the stack. You can prevent stack resources from being unintentionally updated or deleted during a stack update by using a stack policy.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The policy determines what action to take if stack creation fails, which must be one of: DO_NOTHING, ROLLBACK, or DELETE. You can specify either on-failure or disable-rollback, but not both. In the example AWS CLI command, you can see that the create-stack command is being run and the default rollback on failure options was overridden. Instead of rolling back on failure, AWS CloudFormation will do nothing, which means that any resources that were created by the failed stack will be left untouched by AWS CloudFormation.</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You can also prevent a stack from being accidentally deleted by </a:t>
            </a:r>
            <a:r>
              <a:rPr lang="en-GB" sz="1000" i="1">
                <a:latin typeface="Calibri"/>
                <a:ea typeface="Calibri"/>
                <a:cs typeface="Calibri"/>
                <a:sym typeface="Calibri"/>
              </a:rPr>
              <a:t>enabling termination protection </a:t>
            </a:r>
            <a:r>
              <a:rPr lang="en-GB" sz="1000">
                <a:latin typeface="Calibri"/>
                <a:ea typeface="Calibri"/>
                <a:cs typeface="Calibri"/>
                <a:sym typeface="Calibri"/>
              </a:rPr>
              <a:t>on the stack. If a user attempts to delete a stack and termination protection is enabled, the deletion fails and the stack—including its status—remains unchanged.</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17b44a8fbcf_0_20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g17b44a8fbcf_0_2074:notes"/>
          <p:cNvSpPr txBox="1">
            <a:spLocks noGrp="1"/>
          </p:cNvSpPr>
          <p:nvPr>
            <p:ph type="body" idx="1"/>
          </p:nvPr>
        </p:nvSpPr>
        <p:spPr>
          <a:xfrm>
            <a:off x="701042" y="4415792"/>
            <a:ext cx="5608200" cy="3251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latin typeface="Calibri"/>
                <a:ea typeface="Calibri"/>
                <a:cs typeface="Calibri"/>
                <a:sym typeface="Calibri"/>
              </a:rPr>
              <a:t>You can instruct AWS CloudFormation to continue rolling back an update to your stack even after the rollback has failed. Some common causes of a failed rollback include changing a resource in your stack outside of AWS CloudFormation, insufficient permissions, limitation errors, or resources that have not stabilized.</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A stack goes into the </a:t>
            </a:r>
            <a:r>
              <a:rPr lang="en-GB" sz="1000" i="1">
                <a:latin typeface="Calibri"/>
                <a:ea typeface="Calibri"/>
                <a:cs typeface="Calibri"/>
                <a:sym typeface="Calibri"/>
              </a:rPr>
              <a:t>UPDATE_ROLLBACK_FAILED</a:t>
            </a:r>
            <a:r>
              <a:rPr lang="en-GB" sz="1000">
                <a:latin typeface="Calibri"/>
                <a:ea typeface="Calibri"/>
                <a:cs typeface="Calibri"/>
                <a:sym typeface="Calibri"/>
              </a:rPr>
              <a:t> state when AWS CloudFormation cannot roll back all changes during an update. For example, you might have a stack that is rolling back to an old database instance that was deleted outside of AWS CloudFormation.</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After you have remedied the cause of the failed rollback, you can instruct AWS CloudFormation to continue rolling back the update by using the AWS CloudFormation console or the AWS CLI.</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For more information about the AWS CLI Reference, continue-update-rollback, see </a:t>
            </a:r>
            <a:r>
              <a:rPr lang="en-GB" sz="1000" u="sng">
                <a:solidFill>
                  <a:schemeClr val="hlink"/>
                </a:solidFill>
                <a:latin typeface="Calibri"/>
                <a:ea typeface="Calibri"/>
                <a:cs typeface="Calibri"/>
                <a:sym typeface="Calibri"/>
                <a:hlinkClick r:id="rId3"/>
              </a:rPr>
              <a:t>http://docs.aws.amazon.com/cli/latest/reference/cloudformation/continue-update-rollback.html</a:t>
            </a:r>
            <a:r>
              <a:rPr lang="en-GB" sz="1000">
                <a:latin typeface="Calibri"/>
                <a:ea typeface="Calibri"/>
                <a:cs typeface="Calibri"/>
                <a:sym typeface="Calibri"/>
              </a:rPr>
              <a:t>. </a:t>
            </a:r>
            <a:endParaRPr/>
          </a:p>
          <a:p>
            <a:pPr marL="0" lvl="0" indent="0" algn="l" rtl="0">
              <a:spcBef>
                <a:spcPts val="0"/>
              </a:spcBef>
              <a:spcAft>
                <a:spcPts val="0"/>
              </a:spcAft>
              <a:buNone/>
            </a:pPr>
            <a:endParaRPr sz="1000">
              <a:latin typeface="Calibri"/>
              <a:ea typeface="Calibri"/>
              <a:cs typeface="Calibri"/>
              <a:sym typeface="Calibri"/>
            </a:endParaRPr>
          </a:p>
          <a:p>
            <a:pPr marL="0" lvl="0" indent="0" algn="l" rtl="0">
              <a:spcBef>
                <a:spcPts val="0"/>
              </a:spcBef>
              <a:spcAft>
                <a:spcPts val="0"/>
              </a:spcAft>
              <a:buNone/>
            </a:pPr>
            <a:r>
              <a:rPr lang="en-GB" sz="1000">
                <a:latin typeface="Calibri"/>
                <a:ea typeface="Calibri"/>
                <a:cs typeface="Calibri"/>
                <a:sym typeface="Calibri"/>
              </a:rPr>
              <a:t>For more information about rolling back an update, see </a:t>
            </a:r>
            <a:r>
              <a:rPr lang="en-GB" sz="1000" u="sng">
                <a:solidFill>
                  <a:schemeClr val="hlink"/>
                </a:solidFill>
                <a:latin typeface="Calibri"/>
                <a:ea typeface="Calibri"/>
                <a:cs typeface="Calibri"/>
                <a:sym typeface="Calibri"/>
                <a:hlinkClick r:id="rId4"/>
              </a:rPr>
              <a:t>http://docs.aws.amazon.com/AWSCloudFormation/latest/UserGuide/using-cfn-updating-stacks-continueupdaterollback.html</a:t>
            </a:r>
            <a:r>
              <a:rPr lang="en-GB" sz="1000">
                <a:latin typeface="Calibri"/>
                <a:ea typeface="Calibri"/>
                <a:cs typeface="Calibri"/>
                <a:sym typeface="Calibri"/>
              </a:rPr>
              <a:t>. </a:t>
            </a:r>
            <a:endParaRPr/>
          </a:p>
          <a:p>
            <a:pPr marL="0" lvl="0" indent="0" algn="l" rtl="0">
              <a:spcBef>
                <a:spcPts val="0"/>
              </a:spcBef>
              <a:spcAft>
                <a:spcPts val="0"/>
              </a:spcAft>
              <a:buNone/>
            </a:pPr>
            <a:endParaRPr sz="10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17b44a8fbcf_0_20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5" name="Google Shape;615;g17b44a8fbcf_0_2081:notes"/>
          <p:cNvSpPr txBox="1">
            <a:spLocks noGrp="1"/>
          </p:cNvSpPr>
          <p:nvPr>
            <p:ph type="body" idx="1"/>
          </p:nvPr>
        </p:nvSpPr>
        <p:spPr>
          <a:xfrm>
            <a:off x="685800" y="4400550"/>
            <a:ext cx="5486400" cy="3408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b="0" i="0">
                <a:solidFill>
                  <a:schemeClr val="dk1"/>
                </a:solidFill>
                <a:latin typeface="Calibri"/>
                <a:ea typeface="Calibri"/>
                <a:cs typeface="Calibri"/>
                <a:sym typeface="Calibri"/>
              </a:rPr>
              <a:t>The best practices presented here are recommendations that can help you use AWS CloudFormation more effectively and securely.</a:t>
            </a:r>
            <a:endParaRPr/>
          </a:p>
          <a:p>
            <a:pPr marL="0" lvl="0" indent="0" algn="l" rtl="0">
              <a:spcBef>
                <a:spcPts val="0"/>
              </a:spcBef>
              <a:spcAft>
                <a:spcPts val="0"/>
              </a:spcAft>
              <a:buNone/>
            </a:pPr>
            <a:endParaRPr sz="1000" b="0" i="0">
              <a:solidFill>
                <a:schemeClr val="dk1"/>
              </a:solidFill>
              <a:latin typeface="Calibri"/>
              <a:ea typeface="Calibri"/>
              <a:cs typeface="Calibri"/>
              <a:sym typeface="Calibri"/>
            </a:endParaRPr>
          </a:p>
          <a:p>
            <a:pPr marL="0" lvl="0" indent="0" algn="l" rtl="0">
              <a:spcBef>
                <a:spcPts val="0"/>
              </a:spcBef>
              <a:spcAft>
                <a:spcPts val="0"/>
              </a:spcAft>
              <a:buNone/>
            </a:pPr>
            <a:r>
              <a:rPr lang="en-GB" sz="1000" b="0" i="0">
                <a:solidFill>
                  <a:schemeClr val="dk1"/>
                </a:solidFill>
                <a:latin typeface="Calibri"/>
                <a:ea typeface="Calibri"/>
                <a:cs typeface="Calibri"/>
                <a:sym typeface="Calibri"/>
              </a:rPr>
              <a:t>With regard to planning and organizing your use of AWS CloudFormation:</a:t>
            </a:r>
            <a:endParaRPr/>
          </a:p>
          <a:p>
            <a:pPr marL="0" lvl="0" indent="0" algn="l" rtl="0">
              <a:spcBef>
                <a:spcPts val="0"/>
              </a:spcBef>
              <a:spcAft>
                <a:spcPts val="0"/>
              </a:spcAft>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Use the lifecycle and ownership of your AWS resources to help you decide what resources should go in each stack. As your stack grows in scale and broadens in scope, managing a single stack can be cumbersome and time-consuming. By grouping resources with common lifecycles and ownership, owners can make changes to their set of resources by using their own process and schedule without affecting other resources.</a:t>
            </a:r>
            <a:endParaRPr/>
          </a:p>
          <a:p>
            <a:pPr marL="171450" lvl="0" indent="-107950" algn="l" rtl="0">
              <a:spcBef>
                <a:spcPts val="0"/>
              </a:spcBef>
              <a:spcAft>
                <a:spcPts val="0"/>
              </a:spcAft>
              <a:buClr>
                <a:schemeClr val="dk1"/>
              </a:buClr>
              <a:buSzPts val="1000"/>
              <a:buFont typeface="Arial"/>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Reuse templates to replicate stacks in multiple environments. After you have your stacks and resources set up, you can reuse your templates to replicate your infrastructure in multiple environments. For example, you can create environments for development, testing, and production so that you can test changes before you implement them into production.</a:t>
            </a:r>
            <a:endParaRPr/>
          </a:p>
          <a:p>
            <a:pPr marL="171450" lvl="0" indent="-107950" algn="l" rtl="0">
              <a:spcBef>
                <a:spcPts val="0"/>
              </a:spcBef>
              <a:spcAft>
                <a:spcPts val="0"/>
              </a:spcAft>
              <a:buClr>
                <a:schemeClr val="dk1"/>
              </a:buClr>
              <a:buSzPts val="1000"/>
              <a:buFont typeface="Arial"/>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Verify quotas for all resource types. Before you launch a stack, ensure that you can create all the resources that you want without exceeding your AWS account limits. </a:t>
            </a:r>
            <a:endParaRPr/>
          </a:p>
          <a:p>
            <a:pPr marL="171450" lvl="0" indent="-107950" algn="l" rtl="0">
              <a:spcBef>
                <a:spcPts val="0"/>
              </a:spcBef>
              <a:spcAft>
                <a:spcPts val="0"/>
              </a:spcAft>
              <a:buClr>
                <a:schemeClr val="dk1"/>
              </a:buClr>
              <a:buSzPts val="1000"/>
              <a:buFont typeface="Arial"/>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solidFill>
                  <a:schemeClr val="dk1"/>
                </a:solidFill>
                <a:latin typeface="Calibri"/>
                <a:ea typeface="Calibri"/>
                <a:cs typeface="Calibri"/>
                <a:sym typeface="Calibri"/>
              </a:rPr>
              <a:t>AWS CloudFormation best practices provides a repeatable infrastructure to be deployed easily. Although you can deploy infrastructure without intervention, it is important to watch for the EC2 Service limits and other AWS Service limits that may impact the deployment of your CloudFormation scripts. You can use AWS Trusted Advisor checks to ensure that the limits for certain EC2 instances are not going to be passed, and if so, request a service limit increase from the tool.</a:t>
            </a:r>
            <a:endParaRPr/>
          </a:p>
          <a:p>
            <a:pPr marL="171450" lvl="0" indent="-107950" algn="l" rtl="0">
              <a:spcBef>
                <a:spcPts val="0"/>
              </a:spcBef>
              <a:spcAft>
                <a:spcPts val="0"/>
              </a:spcAft>
              <a:buClr>
                <a:schemeClr val="dk1"/>
              </a:buClr>
              <a:buSzPts val="1000"/>
              <a:buFont typeface="Arial"/>
              <a:buNone/>
            </a:pPr>
            <a:endParaRPr sz="1000">
              <a:solidFill>
                <a:schemeClr val="dk1"/>
              </a:solidFill>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solidFill>
                  <a:schemeClr val="dk1"/>
                </a:solidFill>
                <a:latin typeface="Calibri"/>
                <a:ea typeface="Calibri"/>
                <a:cs typeface="Calibri"/>
                <a:sym typeface="Calibri"/>
              </a:rPr>
              <a:t>Using AWS Organizations in conjunction with AWS CloudFormation can ensure that infrastructure created on separate accounts all follow the same IAM policies and organizational wide controls.</a:t>
            </a:r>
            <a:endParaRPr/>
          </a:p>
          <a:p>
            <a:pPr marL="171450" lvl="0" indent="-107950" algn="l" rtl="0">
              <a:spcBef>
                <a:spcPts val="0"/>
              </a:spcBef>
              <a:spcAft>
                <a:spcPts val="0"/>
              </a:spcAft>
              <a:buClr>
                <a:schemeClr val="dk1"/>
              </a:buClr>
              <a:buSzPts val="1000"/>
              <a:buFont typeface="Arial"/>
              <a:buNone/>
            </a:pPr>
            <a:endParaRPr sz="1000">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17b44a8fbcf_0_2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6" name="Google Shape;636;g17b44a8fbcf_0_2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000">
                <a:latin typeface="Calibri"/>
                <a:ea typeface="Calibri"/>
                <a:cs typeface="Calibri"/>
                <a:sym typeface="Calibri"/>
              </a:rPr>
              <a:t>Here are some best practices with regard to creating AWS CloudFormation templates:</a:t>
            </a:r>
            <a:endParaRPr/>
          </a:p>
          <a:p>
            <a:pPr marL="0" lvl="0" indent="0" algn="l" rtl="0">
              <a:spcBef>
                <a:spcPts val="0"/>
              </a:spcBef>
              <a:spcAft>
                <a:spcPts val="0"/>
              </a:spcAft>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Avoid embedding credentials in your templates. Instead, use </a:t>
            </a:r>
            <a:r>
              <a:rPr lang="en-GB" sz="1000" i="1">
                <a:latin typeface="Calibri"/>
                <a:ea typeface="Calibri"/>
                <a:cs typeface="Calibri"/>
                <a:sym typeface="Calibri"/>
              </a:rPr>
              <a:t>input parameters</a:t>
            </a:r>
            <a:r>
              <a:rPr lang="en-GB" sz="1000">
                <a:latin typeface="Calibri"/>
                <a:ea typeface="Calibri"/>
                <a:cs typeface="Calibri"/>
                <a:sym typeface="Calibri"/>
              </a:rPr>
              <a:t> to pass information when you create or update a stack.</a:t>
            </a:r>
            <a:endParaRPr/>
          </a:p>
          <a:p>
            <a:pPr marL="171450" lvl="0" indent="-107950" algn="l" rtl="0">
              <a:spcBef>
                <a:spcPts val="0"/>
              </a:spcBef>
              <a:spcAft>
                <a:spcPts val="0"/>
              </a:spcAft>
              <a:buClr>
                <a:schemeClr val="dk1"/>
              </a:buClr>
              <a:buSzPts val="1000"/>
              <a:buFont typeface="Arial"/>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Use AWS-specific parameter types. AWS CloudFormation can quickly validate values for AWS-specific parameter types before it creates your stack. </a:t>
            </a:r>
            <a:endParaRPr/>
          </a:p>
          <a:p>
            <a:pPr marL="171450" lvl="0" indent="-107950" algn="l" rtl="0">
              <a:spcBef>
                <a:spcPts val="0"/>
              </a:spcBef>
              <a:spcAft>
                <a:spcPts val="0"/>
              </a:spcAft>
              <a:buClr>
                <a:schemeClr val="dk1"/>
              </a:buClr>
              <a:buSzPts val="1000"/>
              <a:buFont typeface="Arial"/>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Use parameter constraints. With constraints, you can describe allowed input values so that AWS CloudFormation catches any invalid values before it creates a stack.</a:t>
            </a:r>
            <a:endParaRPr/>
          </a:p>
          <a:p>
            <a:pPr marL="171450" lvl="0" indent="-107950" algn="l" rtl="0">
              <a:spcBef>
                <a:spcPts val="0"/>
              </a:spcBef>
              <a:spcAft>
                <a:spcPts val="0"/>
              </a:spcAft>
              <a:buClr>
                <a:schemeClr val="dk1"/>
              </a:buClr>
              <a:buSzPts val="1000"/>
              <a:buFont typeface="Arial"/>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Use </a:t>
            </a:r>
            <a:r>
              <a:rPr lang="en-GB" sz="1000">
                <a:latin typeface="Courier New"/>
                <a:ea typeface="Courier New"/>
                <a:cs typeface="Courier New"/>
                <a:sym typeface="Courier New"/>
              </a:rPr>
              <a:t>AWS::CloudFormation::Init </a:t>
            </a:r>
            <a:r>
              <a:rPr lang="en-GB" sz="1000">
                <a:latin typeface="Calibri"/>
                <a:ea typeface="Calibri"/>
                <a:cs typeface="Calibri"/>
                <a:sym typeface="Calibri"/>
              </a:rPr>
              <a:t>to deploy software applications on Amazon EC2 instances. By using </a:t>
            </a:r>
            <a:r>
              <a:rPr lang="en-GB" sz="1000">
                <a:latin typeface="Courier New"/>
                <a:ea typeface="Courier New"/>
                <a:cs typeface="Courier New"/>
                <a:sym typeface="Courier New"/>
              </a:rPr>
              <a:t>AWS::CloudFormation::Init</a:t>
            </a:r>
            <a:r>
              <a:rPr lang="en-GB" sz="1000">
                <a:latin typeface="Calibri"/>
                <a:ea typeface="Calibri"/>
                <a:cs typeface="Calibri"/>
                <a:sym typeface="Calibri"/>
              </a:rPr>
              <a:t>, you can describe the configurations that you want, instead of scripting procedural steps.</a:t>
            </a:r>
            <a:endParaRPr/>
          </a:p>
          <a:p>
            <a:pPr marL="171450" lvl="0" indent="-107950" algn="l" rtl="0">
              <a:spcBef>
                <a:spcPts val="0"/>
              </a:spcBef>
              <a:spcAft>
                <a:spcPts val="0"/>
              </a:spcAft>
              <a:buClr>
                <a:schemeClr val="dk1"/>
              </a:buClr>
              <a:buSzPts val="1000"/>
              <a:buFont typeface="Arial"/>
              <a:buNone/>
            </a:pPr>
            <a:endParaRPr sz="1000">
              <a:latin typeface="Calibri"/>
              <a:ea typeface="Calibri"/>
              <a:cs typeface="Calibri"/>
              <a:sym typeface="Calibri"/>
            </a:endParaRPr>
          </a:p>
          <a:p>
            <a:pPr marL="171450" lvl="0" indent="-171450" algn="l" rtl="0">
              <a:spcBef>
                <a:spcPts val="0"/>
              </a:spcBef>
              <a:spcAft>
                <a:spcPts val="0"/>
              </a:spcAft>
              <a:buClr>
                <a:schemeClr val="dk1"/>
              </a:buClr>
              <a:buSzPts val="1000"/>
              <a:buFont typeface="Arial"/>
              <a:buChar char="•"/>
            </a:pPr>
            <a:r>
              <a:rPr lang="en-GB" sz="1000">
                <a:latin typeface="Calibri"/>
                <a:ea typeface="Calibri"/>
                <a:cs typeface="Calibri"/>
                <a:sym typeface="Calibri"/>
              </a:rPr>
              <a:t>Validate templates before you use them. Validating a template can help you catch syntax errors and some semantic errors before AWS CloudFormation creates any resources. </a:t>
            </a:r>
            <a:endParaRPr sz="1000" b="0" i="0">
              <a:solidFill>
                <a:schemeClr val="dk1"/>
              </a:solidFill>
              <a:latin typeface="Calibri"/>
              <a:ea typeface="Calibri"/>
              <a:cs typeface="Calibri"/>
              <a:sym typeface="Calibri"/>
            </a:endParaRPr>
          </a:p>
          <a:p>
            <a:pPr marL="0" lvl="0" indent="0" algn="l" rtl="0">
              <a:spcBef>
                <a:spcPts val="0"/>
              </a:spcBef>
              <a:spcAft>
                <a:spcPts val="0"/>
              </a:spcAft>
              <a:buNone/>
            </a:pPr>
            <a:endParaRPr sz="1000">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17b44a8fbcf_0_2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g17b44a8fbcf_0_2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000"/>
              <a:buFont typeface="Calibri"/>
              <a:buNone/>
            </a:pPr>
            <a:r>
              <a:rPr lang="en-GB" sz="1000" b="0" i="0">
                <a:solidFill>
                  <a:schemeClr val="dk1"/>
                </a:solidFill>
                <a:latin typeface="Calibri"/>
                <a:ea typeface="Calibri"/>
                <a:cs typeface="Calibri"/>
                <a:sym typeface="Calibri"/>
              </a:rPr>
              <a:t>Finally, when it comes to managing your stacks, here are some additional best practices:</a:t>
            </a:r>
            <a:endParaRPr/>
          </a:p>
          <a:p>
            <a:pPr marL="0" marR="0" lvl="0" indent="0" algn="l" rtl="0">
              <a:lnSpc>
                <a:spcPct val="100000"/>
              </a:lnSpc>
              <a:spcBef>
                <a:spcPts val="0"/>
              </a:spcBef>
              <a:spcAft>
                <a:spcPts val="0"/>
              </a:spcAft>
              <a:buClr>
                <a:schemeClr val="dk1"/>
              </a:buClr>
              <a:buSzPts val="1000"/>
              <a:buFont typeface="Calibri"/>
              <a:buNone/>
            </a:pPr>
            <a:endParaRPr sz="1000" b="0" i="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000"/>
              <a:buFont typeface="Arial"/>
              <a:buChar char="•"/>
            </a:pPr>
            <a:r>
              <a:rPr lang="en-GB" sz="1000" b="0" i="0">
                <a:solidFill>
                  <a:schemeClr val="dk1"/>
                </a:solidFill>
                <a:latin typeface="Calibri"/>
                <a:ea typeface="Calibri"/>
                <a:cs typeface="Calibri"/>
                <a:sym typeface="Calibri"/>
              </a:rPr>
              <a:t>Manage all stack resources through AWS CloudFormation. After you launch a stack, use the AWS CloudFormation console, API, or the AWS CLI to update resources in your stack. Do not make changes to stack resources outside of AWS CloudFormation. Doing so can create a mismatch between your stack's template and the current state of your stack resources, which can cause errors if you update or delete the stack.</a:t>
            </a:r>
            <a:endParaRPr/>
          </a:p>
          <a:p>
            <a:pPr marL="171450" marR="0" lvl="0" indent="-107950" algn="l" rtl="0">
              <a:lnSpc>
                <a:spcPct val="100000"/>
              </a:lnSpc>
              <a:spcBef>
                <a:spcPts val="0"/>
              </a:spcBef>
              <a:spcAft>
                <a:spcPts val="0"/>
              </a:spcAft>
              <a:buClr>
                <a:schemeClr val="dk1"/>
              </a:buClr>
              <a:buSzPts val="1000"/>
              <a:buFont typeface="Arial"/>
              <a:buNone/>
            </a:pPr>
            <a:endParaRPr sz="1000" b="0" i="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000"/>
              <a:buFont typeface="Arial"/>
              <a:buChar char="•"/>
            </a:pPr>
            <a:r>
              <a:rPr lang="en-GB" sz="1000" b="0" i="0">
                <a:solidFill>
                  <a:schemeClr val="dk1"/>
                </a:solidFill>
                <a:latin typeface="Calibri"/>
                <a:ea typeface="Calibri"/>
                <a:cs typeface="Calibri"/>
                <a:sym typeface="Calibri"/>
              </a:rPr>
              <a:t>Create change sets before updating stacks. Change sets enable you to see how proposed changes to a stack might impact your running resources before you implement them. AWS CloudFormation doesn't make any changes to your stack until you run the change set, which allows you to decide whether to proceed with your proposed changes or create another change set.</a:t>
            </a:r>
            <a:endParaRPr/>
          </a:p>
          <a:p>
            <a:pPr marL="171450" marR="0" lvl="0" indent="-107950" algn="l" rtl="0">
              <a:lnSpc>
                <a:spcPct val="100000"/>
              </a:lnSpc>
              <a:spcBef>
                <a:spcPts val="0"/>
              </a:spcBef>
              <a:spcAft>
                <a:spcPts val="0"/>
              </a:spcAft>
              <a:buClr>
                <a:schemeClr val="dk1"/>
              </a:buClr>
              <a:buSzPts val="1000"/>
              <a:buFont typeface="Arial"/>
              <a:buNone/>
            </a:pPr>
            <a:endParaRPr sz="1000" b="0" i="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000"/>
              <a:buFont typeface="Arial"/>
              <a:buChar char="•"/>
            </a:pPr>
            <a:r>
              <a:rPr lang="en-GB" sz="1000" b="0" i="0">
                <a:solidFill>
                  <a:schemeClr val="dk1"/>
                </a:solidFill>
                <a:latin typeface="Calibri"/>
                <a:ea typeface="Calibri"/>
                <a:cs typeface="Calibri"/>
                <a:sym typeface="Calibri"/>
              </a:rPr>
              <a:t>Use stack policies. Stack policies help protect critical stack resources from unintentional updates that could cause resources to be interrupted or even replaced. Specify a stack policy when you create a stack that has critical resources.</a:t>
            </a:r>
            <a:endParaRPr/>
          </a:p>
          <a:p>
            <a:pPr marL="171450" marR="0" lvl="0" indent="-107950" algn="l" rtl="0">
              <a:lnSpc>
                <a:spcPct val="100000"/>
              </a:lnSpc>
              <a:spcBef>
                <a:spcPts val="0"/>
              </a:spcBef>
              <a:spcAft>
                <a:spcPts val="0"/>
              </a:spcAft>
              <a:buClr>
                <a:schemeClr val="dk1"/>
              </a:buClr>
              <a:buSzPts val="1000"/>
              <a:buFont typeface="Arial"/>
              <a:buNone/>
            </a:pPr>
            <a:endParaRPr sz="1000" b="0" i="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000"/>
              <a:buFont typeface="Arial"/>
              <a:buChar char="•"/>
            </a:pPr>
            <a:r>
              <a:rPr lang="en-GB" sz="1000" b="0" i="0">
                <a:solidFill>
                  <a:schemeClr val="dk1"/>
                </a:solidFill>
                <a:latin typeface="Calibri"/>
                <a:ea typeface="Calibri"/>
                <a:cs typeface="Calibri"/>
                <a:sym typeface="Calibri"/>
              </a:rPr>
              <a:t>Use AWS CloudTrail to log AWS CloudFormation calls. AWS CloudTrail tracks anyone who makes AWS CloudFormation API calls in your AWS account. API calls are logged when anyone uses the AWS CloudFormation API, the AWS CloudFormation console, a backend console, or AWS CLI commands for AWS CloudFormation. Enable logging and specify an Amazon S3 bucket to store the logs. By doing so, you can audit who made which AWS CloudFormation call in your account when needed. </a:t>
            </a:r>
            <a:endParaRPr/>
          </a:p>
          <a:p>
            <a:pPr marL="171450" marR="0" lvl="0" indent="-107950" algn="l" rtl="0">
              <a:lnSpc>
                <a:spcPct val="100000"/>
              </a:lnSpc>
              <a:spcBef>
                <a:spcPts val="0"/>
              </a:spcBef>
              <a:spcAft>
                <a:spcPts val="0"/>
              </a:spcAft>
              <a:buClr>
                <a:schemeClr val="dk1"/>
              </a:buClr>
              <a:buSzPts val="1000"/>
              <a:buFont typeface="Arial"/>
              <a:buNone/>
            </a:pPr>
            <a:endParaRPr sz="1000" b="0" i="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000"/>
              <a:buFont typeface="Arial"/>
              <a:buChar char="•"/>
            </a:pPr>
            <a:r>
              <a:rPr lang="en-GB" sz="1000" b="0" i="0">
                <a:solidFill>
                  <a:schemeClr val="dk1"/>
                </a:solidFill>
                <a:latin typeface="Calibri"/>
                <a:ea typeface="Calibri"/>
                <a:cs typeface="Calibri"/>
                <a:sym typeface="Calibri"/>
              </a:rPr>
              <a:t>Use code reviews and revision controls to manage templates.  </a:t>
            </a:r>
            <a:r>
              <a:rPr lang="en-GB" sz="1000"/>
              <a:t>S</a:t>
            </a:r>
            <a:r>
              <a:rPr lang="en-GB" sz="1000" b="0" i="0">
                <a:solidFill>
                  <a:schemeClr val="dk1"/>
                </a:solidFill>
                <a:latin typeface="Calibri"/>
                <a:ea typeface="Calibri"/>
                <a:cs typeface="Calibri"/>
                <a:sym typeface="Calibri"/>
              </a:rPr>
              <a:t>tack templates describe the configuration of your AWS resources, such as their property values. These methods help track changes between different versions of templates, which helps track changes to stack resources. Also, by maintaining a history, you can revert your stack to a certain version of your template.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438dcf6b14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6" name="Google Shape;686;g1438dcf6b14_0_2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2800"/>
              <a:buNone/>
              <a:defRPr/>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sp>
        <p:nvSpPr>
          <p:cNvPr id="52" name="Google Shape;52;p13"/>
          <p:cNvSpPr txBox="1">
            <a:spLocks noGrp="1"/>
          </p:cNvSpPr>
          <p:nvPr>
            <p:ph type="subTitle" idx="1"/>
          </p:nvPr>
        </p:nvSpPr>
        <p:spPr>
          <a:xfrm>
            <a:off x="457172" y="1203299"/>
            <a:ext cx="8228700" cy="2982600"/>
          </a:xfrm>
          <a:prstGeom prst="rect">
            <a:avLst/>
          </a:prstGeom>
          <a:noFill/>
          <a:ln>
            <a:noFill/>
          </a:ln>
        </p:spPr>
        <p:txBody>
          <a:bodyPr spcFirstLastPara="1" wrap="square" lIns="0" tIns="0" rIns="0" bIns="0" anchor="ctr" anchorCtr="0">
            <a:noAutofit/>
          </a:bodyPr>
          <a:lstStyle>
            <a:lvl1pPr lvl="0" algn="l" rtl="0">
              <a:spcBef>
                <a:spcPts val="0"/>
              </a:spcBef>
              <a:spcAft>
                <a:spcPts val="0"/>
              </a:spcAft>
              <a:buSzPts val="1800"/>
              <a:buNone/>
              <a:defRPr/>
            </a:lvl1pPr>
            <a:lvl2pPr lvl="1" algn="l" rtl="0">
              <a:spcBef>
                <a:spcPts val="1600"/>
              </a:spcBef>
              <a:spcAft>
                <a:spcPts val="0"/>
              </a:spcAft>
              <a:buSzPts val="1400"/>
              <a:buNone/>
              <a:defRPr/>
            </a:lvl2pPr>
            <a:lvl3pPr lvl="2" algn="l" rtl="0">
              <a:spcBef>
                <a:spcPts val="1600"/>
              </a:spcBef>
              <a:spcAft>
                <a:spcPts val="0"/>
              </a:spcAft>
              <a:buSzPts val="1400"/>
              <a:buNone/>
              <a:defRPr/>
            </a:lvl3pPr>
            <a:lvl4pPr lvl="3" algn="l" rtl="0">
              <a:spcBef>
                <a:spcPts val="1600"/>
              </a:spcBef>
              <a:spcAft>
                <a:spcPts val="0"/>
              </a:spcAft>
              <a:buSzPts val="1400"/>
              <a:buNone/>
              <a:defRPr/>
            </a:lvl4pPr>
            <a:lvl5pPr lvl="4" algn="l" rtl="0">
              <a:spcBef>
                <a:spcPts val="1600"/>
              </a:spcBef>
              <a:spcAft>
                <a:spcPts val="0"/>
              </a:spcAft>
              <a:buSzPts val="1400"/>
              <a:buNone/>
              <a:defRPr/>
            </a:lvl5pPr>
            <a:lvl6pPr lvl="5" algn="l" rtl="0">
              <a:spcBef>
                <a:spcPts val="1600"/>
              </a:spcBef>
              <a:spcAft>
                <a:spcPts val="0"/>
              </a:spcAft>
              <a:buSzPts val="1400"/>
              <a:buNone/>
              <a:defRPr/>
            </a:lvl6pPr>
            <a:lvl7pPr lvl="6" algn="l" rtl="0">
              <a:spcBef>
                <a:spcPts val="1600"/>
              </a:spcBef>
              <a:spcAft>
                <a:spcPts val="0"/>
              </a:spcAft>
              <a:buSzPts val="1400"/>
              <a:buNone/>
              <a:defRPr/>
            </a:lvl7pPr>
            <a:lvl8pPr lvl="7" algn="l" rtl="0">
              <a:spcBef>
                <a:spcPts val="1600"/>
              </a:spcBef>
              <a:spcAft>
                <a:spcPts val="0"/>
              </a:spcAft>
              <a:buSzPts val="1400"/>
              <a:buNone/>
              <a:defRPr/>
            </a:lvl8pPr>
            <a:lvl9pPr lvl="8" algn="l" rtl="0">
              <a:spcBef>
                <a:spcPts val="1600"/>
              </a:spcBef>
              <a:spcAft>
                <a:spcPts val="160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8"/>
        <p:cNvGrpSpPr/>
        <p:nvPr/>
      </p:nvGrpSpPr>
      <p:grpSpPr>
        <a:xfrm>
          <a:off x="0" y="0"/>
          <a:ext cx="0" cy="0"/>
          <a:chOff x="0" y="0"/>
          <a:chExt cx="0" cy="0"/>
        </a:xfrm>
      </p:grpSpPr>
      <p:pic>
        <p:nvPicPr>
          <p:cNvPr id="59" name="Google Shape;59;p15"/>
          <p:cNvPicPr preferRelativeResize="0"/>
          <p:nvPr/>
        </p:nvPicPr>
        <p:blipFill rotWithShape="1">
          <a:blip r:embed="rId2">
            <a:alphaModFix/>
          </a:blip>
          <a:srcRect l="16443" t="7295"/>
          <a:stretch/>
        </p:blipFill>
        <p:spPr>
          <a:xfrm>
            <a:off x="3740385" y="418200"/>
            <a:ext cx="5403615" cy="3967400"/>
          </a:xfrm>
          <a:prstGeom prst="rect">
            <a:avLst/>
          </a:prstGeom>
          <a:noFill/>
          <a:ln>
            <a:noFill/>
          </a:ln>
        </p:spPr>
      </p:pic>
      <p:sp>
        <p:nvSpPr>
          <p:cNvPr id="60" name="Google Shape;60;p15"/>
          <p:cNvSpPr txBox="1">
            <a:spLocks noGrp="1"/>
          </p:cNvSpPr>
          <p:nvPr>
            <p:ph type="ctrTitle"/>
          </p:nvPr>
        </p:nvSpPr>
        <p:spPr>
          <a:xfrm>
            <a:off x="297175" y="1144175"/>
            <a:ext cx="4119900" cy="10134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3000"/>
              <a:buNone/>
              <a:defRPr sz="30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61" name="Google Shape;61;p15"/>
          <p:cNvSpPr txBox="1">
            <a:spLocks noGrp="1"/>
          </p:cNvSpPr>
          <p:nvPr>
            <p:ph type="subTitle" idx="1"/>
          </p:nvPr>
        </p:nvSpPr>
        <p:spPr>
          <a:xfrm>
            <a:off x="297175" y="2266550"/>
            <a:ext cx="36621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2" name="Google Shape;62;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angepaste lay-out 1">
  <p:cSld name="CUSTOM">
    <p:spTree>
      <p:nvGrpSpPr>
        <p:cNvPr id="1" name="Shape 63"/>
        <p:cNvGrpSpPr/>
        <p:nvPr/>
      </p:nvGrpSpPr>
      <p:grpSpPr>
        <a:xfrm>
          <a:off x="0" y="0"/>
          <a:ext cx="0" cy="0"/>
          <a:chOff x="0" y="0"/>
          <a:chExt cx="0" cy="0"/>
        </a:xfrm>
      </p:grpSpPr>
      <p:pic>
        <p:nvPicPr>
          <p:cNvPr id="64" name="Google Shape;64;p16"/>
          <p:cNvPicPr preferRelativeResize="0"/>
          <p:nvPr/>
        </p:nvPicPr>
        <p:blipFill rotWithShape="1">
          <a:blip r:embed="rId2">
            <a:alphaModFix/>
          </a:blip>
          <a:srcRect/>
          <a:stretch/>
        </p:blipFill>
        <p:spPr>
          <a:xfrm>
            <a:off x="4671275" y="-25"/>
            <a:ext cx="4472726" cy="5100875"/>
          </a:xfrm>
          <a:prstGeom prst="rect">
            <a:avLst/>
          </a:prstGeom>
          <a:noFill/>
          <a:ln>
            <a:noFill/>
          </a:ln>
        </p:spPr>
      </p:pic>
      <p:sp>
        <p:nvSpPr>
          <p:cNvPr id="65" name="Google Shape;65;p16"/>
          <p:cNvSpPr txBox="1">
            <a:spLocks noGrp="1"/>
          </p:cNvSpPr>
          <p:nvPr>
            <p:ph type="title"/>
          </p:nvPr>
        </p:nvSpPr>
        <p:spPr>
          <a:xfrm>
            <a:off x="4584150" y="1512950"/>
            <a:ext cx="4366200" cy="986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66" name="Google Shape;66;p16"/>
          <p:cNvSpPr/>
          <p:nvPr/>
        </p:nvSpPr>
        <p:spPr>
          <a:xfrm>
            <a:off x="0" y="-25"/>
            <a:ext cx="4540500" cy="51435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16"/>
          <p:cNvSpPr txBox="1">
            <a:spLocks noGrp="1"/>
          </p:cNvSpPr>
          <p:nvPr>
            <p:ph type="subTitle" idx="1"/>
          </p:nvPr>
        </p:nvSpPr>
        <p:spPr>
          <a:xfrm>
            <a:off x="4830450" y="2499050"/>
            <a:ext cx="3662100" cy="559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8" name="Google Shape;68;p16"/>
          <p:cNvSpPr txBox="1">
            <a:spLocks noGrp="1"/>
          </p:cNvSpPr>
          <p:nvPr>
            <p:ph type="body" idx="2"/>
          </p:nvPr>
        </p:nvSpPr>
        <p:spPr>
          <a:xfrm>
            <a:off x="4907675" y="3102100"/>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71" name="Google Shape;7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2" name="Google Shape;72;p17"/>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sp>
        <p:nvSpPr>
          <p:cNvPr id="74" name="Google Shape;74;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75" name="Google Shape;75;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6" name="Google Shape;76;p18"/>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8"/>
          <p:cNvSpPr txBox="1">
            <a:spLocks noGrp="1"/>
          </p:cNvSpPr>
          <p:nvPr>
            <p:ph type="title"/>
          </p:nvPr>
        </p:nvSpPr>
        <p:spPr>
          <a:xfrm>
            <a:off x="132250" y="129900"/>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rgbClr val="38761D"/>
              </a:buClr>
              <a:buSzPts val="2800"/>
              <a:buNone/>
              <a:defRPr sz="2800" b="1">
                <a:solidFill>
                  <a:srgbClr val="38761D"/>
                </a:solidFill>
              </a:defRPr>
            </a:lvl1pPr>
            <a:lvl2pPr lvl="1" algn="l" rtl="0">
              <a:lnSpc>
                <a:spcPct val="100000"/>
              </a:lnSpc>
              <a:spcBef>
                <a:spcPts val="0"/>
              </a:spcBef>
              <a:spcAft>
                <a:spcPts val="0"/>
              </a:spcAft>
              <a:buClr>
                <a:schemeClr val="dk1"/>
              </a:buClr>
              <a:buSzPts val="2800"/>
              <a:buNone/>
              <a:defRPr sz="2800">
                <a:solidFill>
                  <a:schemeClr val="dk1"/>
                </a:solidFill>
              </a:defRPr>
            </a:lvl2pPr>
            <a:lvl3pPr lvl="2" algn="l" rtl="0">
              <a:lnSpc>
                <a:spcPct val="100000"/>
              </a:lnSpc>
              <a:spcBef>
                <a:spcPts val="0"/>
              </a:spcBef>
              <a:spcAft>
                <a:spcPts val="0"/>
              </a:spcAft>
              <a:buClr>
                <a:schemeClr val="dk1"/>
              </a:buClr>
              <a:buSzPts val="2800"/>
              <a:buNone/>
              <a:defRPr sz="2800">
                <a:solidFill>
                  <a:schemeClr val="dk1"/>
                </a:solidFill>
              </a:defRPr>
            </a:lvl3pPr>
            <a:lvl4pPr lvl="3" algn="l" rtl="0">
              <a:lnSpc>
                <a:spcPct val="100000"/>
              </a:lnSpc>
              <a:spcBef>
                <a:spcPts val="0"/>
              </a:spcBef>
              <a:spcAft>
                <a:spcPts val="0"/>
              </a:spcAft>
              <a:buClr>
                <a:schemeClr val="dk1"/>
              </a:buClr>
              <a:buSzPts val="2800"/>
              <a:buNone/>
              <a:defRPr sz="2800">
                <a:solidFill>
                  <a:schemeClr val="dk1"/>
                </a:solidFill>
              </a:defRPr>
            </a:lvl4pPr>
            <a:lvl5pPr lvl="4" algn="l" rtl="0">
              <a:lnSpc>
                <a:spcPct val="100000"/>
              </a:lnSpc>
              <a:spcBef>
                <a:spcPts val="0"/>
              </a:spcBef>
              <a:spcAft>
                <a:spcPts val="0"/>
              </a:spcAft>
              <a:buClr>
                <a:schemeClr val="dk1"/>
              </a:buClr>
              <a:buSzPts val="2800"/>
              <a:buNone/>
              <a:defRPr sz="2800">
                <a:solidFill>
                  <a:schemeClr val="dk1"/>
                </a:solidFill>
              </a:defRPr>
            </a:lvl5pPr>
            <a:lvl6pPr lvl="5" algn="l" rtl="0">
              <a:lnSpc>
                <a:spcPct val="100000"/>
              </a:lnSpc>
              <a:spcBef>
                <a:spcPts val="0"/>
              </a:spcBef>
              <a:spcAft>
                <a:spcPts val="0"/>
              </a:spcAft>
              <a:buClr>
                <a:schemeClr val="dk1"/>
              </a:buClr>
              <a:buSzPts val="2800"/>
              <a:buNone/>
              <a:defRPr sz="2800">
                <a:solidFill>
                  <a:schemeClr val="dk1"/>
                </a:solidFill>
              </a:defRPr>
            </a:lvl6pPr>
            <a:lvl7pPr lvl="6" algn="l" rtl="0">
              <a:lnSpc>
                <a:spcPct val="100000"/>
              </a:lnSpc>
              <a:spcBef>
                <a:spcPts val="0"/>
              </a:spcBef>
              <a:spcAft>
                <a:spcPts val="0"/>
              </a:spcAft>
              <a:buClr>
                <a:schemeClr val="dk1"/>
              </a:buClr>
              <a:buSzPts val="2800"/>
              <a:buNone/>
              <a:defRPr sz="2800">
                <a:solidFill>
                  <a:schemeClr val="dk1"/>
                </a:solidFill>
              </a:defRPr>
            </a:lvl7pPr>
            <a:lvl8pPr lvl="7" algn="l" rtl="0">
              <a:lnSpc>
                <a:spcPct val="100000"/>
              </a:lnSpc>
              <a:spcBef>
                <a:spcPts val="0"/>
              </a:spcBef>
              <a:spcAft>
                <a:spcPts val="0"/>
              </a:spcAft>
              <a:buClr>
                <a:schemeClr val="dk1"/>
              </a:buClr>
              <a:buSzPts val="2800"/>
              <a:buNone/>
              <a:defRPr sz="2800">
                <a:solidFill>
                  <a:schemeClr val="dk1"/>
                </a:solidFill>
              </a:defRPr>
            </a:lvl8pPr>
            <a:lvl9pPr lvl="8" algn="l" rtl="0">
              <a:lnSpc>
                <a:spcPct val="100000"/>
              </a:lnSpc>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132250" y="129900"/>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80" name="Google Shape;80;p1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81" name="Google Shape;81;p1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82" name="Google Shape;82;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83" name="Google Shape;83;p19"/>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132250" y="129900"/>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86" name="Google Shape;86;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87" name="Google Shape;87;p20"/>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8"/>
        <p:cNvGrpSpPr/>
        <p:nvPr/>
      </p:nvGrpSpPr>
      <p:grpSpPr>
        <a:xfrm>
          <a:off x="0" y="0"/>
          <a:ext cx="0" cy="0"/>
          <a:chOff x="0" y="0"/>
          <a:chExt cx="0" cy="0"/>
        </a:xfrm>
      </p:grpSpPr>
      <p:sp>
        <p:nvSpPr>
          <p:cNvPr id="89" name="Google Shape;89;p21"/>
          <p:cNvSpPr txBox="1">
            <a:spLocks noGrp="1"/>
          </p:cNvSpPr>
          <p:nvPr>
            <p:ph type="title"/>
          </p:nvPr>
        </p:nvSpPr>
        <p:spPr>
          <a:xfrm>
            <a:off x="334175" y="450150"/>
            <a:ext cx="85653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90" name="Google Shape;9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91" name="Google Shape;91;p21"/>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2"/>
        <p:cNvGrpSpPr/>
        <p:nvPr/>
      </p:nvGrpSpPr>
      <p:grpSpPr>
        <a:xfrm>
          <a:off x="0" y="0"/>
          <a:ext cx="0" cy="0"/>
          <a:chOff x="0" y="0"/>
          <a:chExt cx="0" cy="0"/>
        </a:xfrm>
      </p:grpSpPr>
      <p:sp>
        <p:nvSpPr>
          <p:cNvPr id="93" name="Google Shape;93;p2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2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95" name="Google Shape;95;p2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6" name="Google Shape;96;p2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1600"/>
              </a:spcBef>
              <a:spcAft>
                <a:spcPts val="0"/>
              </a:spcAft>
              <a:buSzPts val="1400"/>
              <a:buChar char="○"/>
              <a:defRPr/>
            </a:lvl2pPr>
            <a:lvl3pPr marL="1371600" lvl="2" indent="-317500" algn="l" rtl="0">
              <a:lnSpc>
                <a:spcPct val="115000"/>
              </a:lnSpc>
              <a:spcBef>
                <a:spcPts val="1600"/>
              </a:spcBef>
              <a:spcAft>
                <a:spcPts val="0"/>
              </a:spcAft>
              <a:buSzPts val="1400"/>
              <a:buChar char="■"/>
              <a:defRPr/>
            </a:lvl3pPr>
            <a:lvl4pPr marL="1828800" lvl="3" indent="-317500" algn="l" rtl="0">
              <a:lnSpc>
                <a:spcPct val="115000"/>
              </a:lnSpc>
              <a:spcBef>
                <a:spcPts val="1600"/>
              </a:spcBef>
              <a:spcAft>
                <a:spcPts val="0"/>
              </a:spcAft>
              <a:buSzPts val="1400"/>
              <a:buChar char="●"/>
              <a:defRPr/>
            </a:lvl4pPr>
            <a:lvl5pPr marL="2286000" lvl="4" indent="-317500" algn="l" rtl="0">
              <a:lnSpc>
                <a:spcPct val="115000"/>
              </a:lnSpc>
              <a:spcBef>
                <a:spcPts val="1600"/>
              </a:spcBef>
              <a:spcAft>
                <a:spcPts val="0"/>
              </a:spcAft>
              <a:buSzPts val="1400"/>
              <a:buChar char="○"/>
              <a:defRPr/>
            </a:lvl5pPr>
            <a:lvl6pPr marL="2743200" lvl="5" indent="-317500" algn="l" rtl="0">
              <a:lnSpc>
                <a:spcPct val="115000"/>
              </a:lnSpc>
              <a:spcBef>
                <a:spcPts val="1600"/>
              </a:spcBef>
              <a:spcAft>
                <a:spcPts val="0"/>
              </a:spcAft>
              <a:buSzPts val="1400"/>
              <a:buChar char="■"/>
              <a:defRPr/>
            </a:lvl6pPr>
            <a:lvl7pPr marL="3200400" lvl="6" indent="-317500" algn="l" rtl="0">
              <a:lnSpc>
                <a:spcPct val="115000"/>
              </a:lnSpc>
              <a:spcBef>
                <a:spcPts val="1600"/>
              </a:spcBef>
              <a:spcAft>
                <a:spcPts val="0"/>
              </a:spcAft>
              <a:buSzPts val="1400"/>
              <a:buChar char="●"/>
              <a:defRPr/>
            </a:lvl7pPr>
            <a:lvl8pPr marL="3657600" lvl="7" indent="-317500" algn="l" rtl="0">
              <a:lnSpc>
                <a:spcPct val="115000"/>
              </a:lnSpc>
              <a:spcBef>
                <a:spcPts val="1600"/>
              </a:spcBef>
              <a:spcAft>
                <a:spcPts val="0"/>
              </a:spcAft>
              <a:buSzPts val="1400"/>
              <a:buChar char="○"/>
              <a:defRPr/>
            </a:lvl8pPr>
            <a:lvl9pPr marL="4114800" lvl="8" indent="-317500" algn="l" rtl="0">
              <a:lnSpc>
                <a:spcPct val="115000"/>
              </a:lnSpc>
              <a:spcBef>
                <a:spcPts val="1600"/>
              </a:spcBef>
              <a:spcAft>
                <a:spcPts val="1600"/>
              </a:spcAft>
              <a:buSzPts val="1400"/>
              <a:buChar char="■"/>
              <a:defRPr/>
            </a:lvl9pPr>
          </a:lstStyle>
          <a:p>
            <a:endParaRPr/>
          </a:p>
        </p:txBody>
      </p:sp>
      <p:sp>
        <p:nvSpPr>
          <p:cNvPr id="97" name="Google Shape;97;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98" name="Google Shape;98;p22"/>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sp>
        <p:nvSpPr>
          <p:cNvPr id="100" name="Google Shape;100;p2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rtl="0">
              <a:lnSpc>
                <a:spcPct val="100000"/>
              </a:lnSpc>
              <a:spcBef>
                <a:spcPts val="0"/>
              </a:spcBef>
              <a:spcAft>
                <a:spcPts val="0"/>
              </a:spcAft>
              <a:buSzPts val="1800"/>
              <a:buNone/>
              <a:defRPr/>
            </a:lvl1pPr>
          </a:lstStyle>
          <a:p>
            <a:endParaRPr/>
          </a:p>
        </p:txBody>
      </p:sp>
      <p:sp>
        <p:nvSpPr>
          <p:cNvPr id="101" name="Google Shape;101;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02" name="Google Shape;102;p23"/>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3"/>
        <p:cNvGrpSpPr/>
        <p:nvPr/>
      </p:nvGrpSpPr>
      <p:grpSpPr>
        <a:xfrm>
          <a:off x="0" y="0"/>
          <a:ext cx="0" cy="0"/>
          <a:chOff x="0" y="0"/>
          <a:chExt cx="0" cy="0"/>
        </a:xfrm>
      </p:grpSpPr>
      <p:sp>
        <p:nvSpPr>
          <p:cNvPr id="104" name="Google Shape;104;p2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12000"/>
              <a:buNone/>
              <a:defRPr sz="12000"/>
            </a:lvl1pPr>
            <a:lvl2pPr lvl="1" algn="ctr" rtl="0">
              <a:lnSpc>
                <a:spcPct val="100000"/>
              </a:lnSpc>
              <a:spcBef>
                <a:spcPts val="0"/>
              </a:spcBef>
              <a:spcAft>
                <a:spcPts val="0"/>
              </a:spcAft>
              <a:buSzPts val="12000"/>
              <a:buNone/>
              <a:defRPr sz="12000"/>
            </a:lvl2pPr>
            <a:lvl3pPr lvl="2" algn="ctr" rtl="0">
              <a:lnSpc>
                <a:spcPct val="100000"/>
              </a:lnSpc>
              <a:spcBef>
                <a:spcPts val="0"/>
              </a:spcBef>
              <a:spcAft>
                <a:spcPts val="0"/>
              </a:spcAft>
              <a:buSzPts val="12000"/>
              <a:buNone/>
              <a:defRPr sz="12000"/>
            </a:lvl3pPr>
            <a:lvl4pPr lvl="3" algn="ctr" rtl="0">
              <a:lnSpc>
                <a:spcPct val="100000"/>
              </a:lnSpc>
              <a:spcBef>
                <a:spcPts val="0"/>
              </a:spcBef>
              <a:spcAft>
                <a:spcPts val="0"/>
              </a:spcAft>
              <a:buSzPts val="12000"/>
              <a:buNone/>
              <a:defRPr sz="12000"/>
            </a:lvl4pPr>
            <a:lvl5pPr lvl="4" algn="ctr" rtl="0">
              <a:lnSpc>
                <a:spcPct val="100000"/>
              </a:lnSpc>
              <a:spcBef>
                <a:spcPts val="0"/>
              </a:spcBef>
              <a:spcAft>
                <a:spcPts val="0"/>
              </a:spcAft>
              <a:buSzPts val="12000"/>
              <a:buNone/>
              <a:defRPr sz="12000"/>
            </a:lvl5pPr>
            <a:lvl6pPr lvl="5" algn="ctr" rtl="0">
              <a:lnSpc>
                <a:spcPct val="100000"/>
              </a:lnSpc>
              <a:spcBef>
                <a:spcPts val="0"/>
              </a:spcBef>
              <a:spcAft>
                <a:spcPts val="0"/>
              </a:spcAft>
              <a:buSzPts val="12000"/>
              <a:buNone/>
              <a:defRPr sz="12000"/>
            </a:lvl6pPr>
            <a:lvl7pPr lvl="6" algn="ctr" rtl="0">
              <a:lnSpc>
                <a:spcPct val="100000"/>
              </a:lnSpc>
              <a:spcBef>
                <a:spcPts val="0"/>
              </a:spcBef>
              <a:spcAft>
                <a:spcPts val="0"/>
              </a:spcAft>
              <a:buSzPts val="12000"/>
              <a:buNone/>
              <a:defRPr sz="12000"/>
            </a:lvl7pPr>
            <a:lvl8pPr lvl="7" algn="ctr" rtl="0">
              <a:lnSpc>
                <a:spcPct val="100000"/>
              </a:lnSpc>
              <a:spcBef>
                <a:spcPts val="0"/>
              </a:spcBef>
              <a:spcAft>
                <a:spcPts val="0"/>
              </a:spcAft>
              <a:buSzPts val="12000"/>
              <a:buNone/>
              <a:defRPr sz="12000"/>
            </a:lvl8pPr>
            <a:lvl9pPr lvl="8" algn="ctr" rtl="0">
              <a:lnSpc>
                <a:spcPct val="100000"/>
              </a:lnSpc>
              <a:spcBef>
                <a:spcPts val="0"/>
              </a:spcBef>
              <a:spcAft>
                <a:spcPts val="0"/>
              </a:spcAft>
              <a:buSzPts val="12000"/>
              <a:buNone/>
              <a:defRPr sz="12000"/>
            </a:lvl9pPr>
          </a:lstStyle>
          <a:p>
            <a:r>
              <a:t>xx%</a:t>
            </a:r>
          </a:p>
        </p:txBody>
      </p:sp>
      <p:sp>
        <p:nvSpPr>
          <p:cNvPr id="105" name="Google Shape;105;p2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rtl="0">
              <a:lnSpc>
                <a:spcPct val="115000"/>
              </a:lnSpc>
              <a:spcBef>
                <a:spcPts val="0"/>
              </a:spcBef>
              <a:spcAft>
                <a:spcPts val="0"/>
              </a:spcAft>
              <a:buSzPts val="1800"/>
              <a:buChar char="●"/>
              <a:defRPr/>
            </a:lvl1pPr>
            <a:lvl2pPr marL="914400" lvl="1" indent="-317500" algn="ctr" rtl="0">
              <a:lnSpc>
                <a:spcPct val="115000"/>
              </a:lnSpc>
              <a:spcBef>
                <a:spcPts val="1600"/>
              </a:spcBef>
              <a:spcAft>
                <a:spcPts val="0"/>
              </a:spcAft>
              <a:buSzPts val="1400"/>
              <a:buChar char="○"/>
              <a:defRPr/>
            </a:lvl2pPr>
            <a:lvl3pPr marL="1371600" lvl="2" indent="-317500" algn="ctr" rtl="0">
              <a:lnSpc>
                <a:spcPct val="115000"/>
              </a:lnSpc>
              <a:spcBef>
                <a:spcPts val="1600"/>
              </a:spcBef>
              <a:spcAft>
                <a:spcPts val="0"/>
              </a:spcAft>
              <a:buSzPts val="1400"/>
              <a:buChar char="■"/>
              <a:defRPr/>
            </a:lvl3pPr>
            <a:lvl4pPr marL="1828800" lvl="3" indent="-317500" algn="ctr" rtl="0">
              <a:lnSpc>
                <a:spcPct val="115000"/>
              </a:lnSpc>
              <a:spcBef>
                <a:spcPts val="1600"/>
              </a:spcBef>
              <a:spcAft>
                <a:spcPts val="0"/>
              </a:spcAft>
              <a:buSzPts val="1400"/>
              <a:buChar char="●"/>
              <a:defRPr/>
            </a:lvl4pPr>
            <a:lvl5pPr marL="2286000" lvl="4" indent="-317500" algn="ctr" rtl="0">
              <a:lnSpc>
                <a:spcPct val="115000"/>
              </a:lnSpc>
              <a:spcBef>
                <a:spcPts val="1600"/>
              </a:spcBef>
              <a:spcAft>
                <a:spcPts val="0"/>
              </a:spcAft>
              <a:buSzPts val="1400"/>
              <a:buChar char="○"/>
              <a:defRPr/>
            </a:lvl5pPr>
            <a:lvl6pPr marL="2743200" lvl="5" indent="-317500" algn="ctr" rtl="0">
              <a:lnSpc>
                <a:spcPct val="115000"/>
              </a:lnSpc>
              <a:spcBef>
                <a:spcPts val="1600"/>
              </a:spcBef>
              <a:spcAft>
                <a:spcPts val="0"/>
              </a:spcAft>
              <a:buSzPts val="1400"/>
              <a:buChar char="■"/>
              <a:defRPr/>
            </a:lvl6pPr>
            <a:lvl7pPr marL="3200400" lvl="6" indent="-317500" algn="ctr" rtl="0">
              <a:lnSpc>
                <a:spcPct val="115000"/>
              </a:lnSpc>
              <a:spcBef>
                <a:spcPts val="1600"/>
              </a:spcBef>
              <a:spcAft>
                <a:spcPts val="0"/>
              </a:spcAft>
              <a:buSzPts val="1400"/>
              <a:buChar char="●"/>
              <a:defRPr/>
            </a:lvl7pPr>
            <a:lvl8pPr marL="3657600" lvl="7" indent="-317500" algn="ctr" rtl="0">
              <a:lnSpc>
                <a:spcPct val="115000"/>
              </a:lnSpc>
              <a:spcBef>
                <a:spcPts val="1600"/>
              </a:spcBef>
              <a:spcAft>
                <a:spcPts val="0"/>
              </a:spcAft>
              <a:buSzPts val="1400"/>
              <a:buChar char="○"/>
              <a:defRPr/>
            </a:lvl8pPr>
            <a:lvl9pPr marL="4114800" lvl="8" indent="-317500" algn="ctr" rtl="0">
              <a:lnSpc>
                <a:spcPct val="115000"/>
              </a:lnSpc>
              <a:spcBef>
                <a:spcPts val="1600"/>
              </a:spcBef>
              <a:spcAft>
                <a:spcPts val="1600"/>
              </a:spcAft>
              <a:buSzPts val="1400"/>
              <a:buChar char="■"/>
              <a:defRPr/>
            </a:lvl9pPr>
          </a:lstStyle>
          <a:p>
            <a:endParaRPr/>
          </a:p>
        </p:txBody>
      </p:sp>
      <p:sp>
        <p:nvSpPr>
          <p:cNvPr id="106" name="Google Shape;10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07" name="Google Shape;107;p24"/>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8"/>
        <p:cNvGrpSpPr/>
        <p:nvPr/>
      </p:nvGrpSpPr>
      <p:grpSpPr>
        <a:xfrm>
          <a:off x="0" y="0"/>
          <a:ext cx="0" cy="0"/>
          <a:chOff x="0" y="0"/>
          <a:chExt cx="0" cy="0"/>
        </a:xfrm>
      </p:grpSpPr>
      <p:sp>
        <p:nvSpPr>
          <p:cNvPr id="109" name="Google Shape;109;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10" name="Google Shape;110;p25"/>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17"/>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18"/>
        <p:cNvGrpSpPr/>
        <p:nvPr/>
      </p:nvGrpSpPr>
      <p:grpSpPr>
        <a:xfrm>
          <a:off x="0" y="0"/>
          <a:ext cx="0" cy="0"/>
          <a:chOff x="0" y="0"/>
          <a:chExt cx="0" cy="0"/>
        </a:xfrm>
      </p:grpSpPr>
      <p:sp>
        <p:nvSpPr>
          <p:cNvPr id="119" name="Google Shape;119;p28"/>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20" name="Google Shape;120;p28"/>
          <p:cNvSpPr txBox="1">
            <a:spLocks noGrp="1"/>
          </p:cNvSpPr>
          <p:nvPr>
            <p:ph type="subTitle" idx="1"/>
          </p:nvPr>
        </p:nvSpPr>
        <p:spPr>
          <a:xfrm>
            <a:off x="457172" y="1203299"/>
            <a:ext cx="8228700" cy="2982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21"/>
        <p:cNvGrpSpPr/>
        <p:nvPr/>
      </p:nvGrpSpPr>
      <p:grpSpPr>
        <a:xfrm>
          <a:off x="0" y="0"/>
          <a:ext cx="0" cy="0"/>
          <a:chOff x="0" y="0"/>
          <a:chExt cx="0" cy="0"/>
        </a:xfrm>
      </p:grpSpPr>
      <p:sp>
        <p:nvSpPr>
          <p:cNvPr id="122" name="Google Shape;122;p29"/>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23" name="Google Shape;123;p29"/>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124"/>
        <p:cNvGrpSpPr/>
        <p:nvPr/>
      </p:nvGrpSpPr>
      <p:grpSpPr>
        <a:xfrm>
          <a:off x="0" y="0"/>
          <a:ext cx="0" cy="0"/>
          <a:chOff x="0" y="0"/>
          <a:chExt cx="0" cy="0"/>
        </a:xfrm>
      </p:grpSpPr>
      <p:sp>
        <p:nvSpPr>
          <p:cNvPr id="125" name="Google Shape;125;p30"/>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26" name="Google Shape;126;p30"/>
          <p:cNvSpPr txBox="1">
            <a:spLocks noGrp="1"/>
          </p:cNvSpPr>
          <p:nvPr>
            <p:ph type="body" idx="1"/>
          </p:nvPr>
        </p:nvSpPr>
        <p:spPr>
          <a:xfrm>
            <a:off x="457172" y="1203299"/>
            <a:ext cx="40155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27" name="Google Shape;127;p30"/>
          <p:cNvSpPr txBox="1">
            <a:spLocks noGrp="1"/>
          </p:cNvSpPr>
          <p:nvPr>
            <p:ph type="body" idx="2"/>
          </p:nvPr>
        </p:nvSpPr>
        <p:spPr>
          <a:xfrm>
            <a:off x="4673927" y="1203299"/>
            <a:ext cx="40155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8"/>
        <p:cNvGrpSpPr/>
        <p:nvPr/>
      </p:nvGrpSpPr>
      <p:grpSpPr>
        <a:xfrm>
          <a:off x="0" y="0"/>
          <a:ext cx="0" cy="0"/>
          <a:chOff x="0" y="0"/>
          <a:chExt cx="0" cy="0"/>
        </a:xfrm>
      </p:grpSpPr>
      <p:sp>
        <p:nvSpPr>
          <p:cNvPr id="129" name="Google Shape;129;p31"/>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130"/>
        <p:cNvGrpSpPr/>
        <p:nvPr/>
      </p:nvGrpSpPr>
      <p:grpSpPr>
        <a:xfrm>
          <a:off x="0" y="0"/>
          <a:ext cx="0" cy="0"/>
          <a:chOff x="0" y="0"/>
          <a:chExt cx="0" cy="0"/>
        </a:xfrm>
      </p:grpSpPr>
      <p:sp>
        <p:nvSpPr>
          <p:cNvPr id="131" name="Google Shape;131;p32"/>
          <p:cNvSpPr txBox="1">
            <a:spLocks noGrp="1"/>
          </p:cNvSpPr>
          <p:nvPr>
            <p:ph type="subTitle" idx="1"/>
          </p:nvPr>
        </p:nvSpPr>
        <p:spPr>
          <a:xfrm>
            <a:off x="457172" y="205067"/>
            <a:ext cx="8228700" cy="39804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132"/>
        <p:cNvGrpSpPr/>
        <p:nvPr/>
      </p:nvGrpSpPr>
      <p:grpSpPr>
        <a:xfrm>
          <a:off x="0" y="0"/>
          <a:ext cx="0" cy="0"/>
          <a:chOff x="0" y="0"/>
          <a:chExt cx="0" cy="0"/>
        </a:xfrm>
      </p:grpSpPr>
      <p:sp>
        <p:nvSpPr>
          <p:cNvPr id="133" name="Google Shape;133;p3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34" name="Google Shape;134;p33"/>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35" name="Google Shape;135;p33"/>
          <p:cNvSpPr txBox="1">
            <a:spLocks noGrp="1"/>
          </p:cNvSpPr>
          <p:nvPr>
            <p:ph type="body" idx="2"/>
          </p:nvPr>
        </p:nvSpPr>
        <p:spPr>
          <a:xfrm>
            <a:off x="4673927" y="1203299"/>
            <a:ext cx="40155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36" name="Google Shape;136;p33"/>
          <p:cNvSpPr txBox="1">
            <a:spLocks noGrp="1"/>
          </p:cNvSpPr>
          <p:nvPr>
            <p:ph type="body" idx="3"/>
          </p:nvPr>
        </p:nvSpPr>
        <p:spPr>
          <a:xfrm>
            <a:off x="457172" y="2761220"/>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37"/>
        <p:cNvGrpSpPr/>
        <p:nvPr/>
      </p:nvGrpSpPr>
      <p:grpSpPr>
        <a:xfrm>
          <a:off x="0" y="0"/>
          <a:ext cx="0" cy="0"/>
          <a:chOff x="0" y="0"/>
          <a:chExt cx="0" cy="0"/>
        </a:xfrm>
      </p:grpSpPr>
      <p:sp>
        <p:nvSpPr>
          <p:cNvPr id="138" name="Google Shape;138;p34"/>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39" name="Google Shape;139;p34"/>
          <p:cNvSpPr txBox="1">
            <a:spLocks noGrp="1"/>
          </p:cNvSpPr>
          <p:nvPr>
            <p:ph type="body" idx="1"/>
          </p:nvPr>
        </p:nvSpPr>
        <p:spPr>
          <a:xfrm>
            <a:off x="457172" y="1203299"/>
            <a:ext cx="4015500" cy="29826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40" name="Google Shape;140;p34"/>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41" name="Google Shape;141;p34"/>
          <p:cNvSpPr txBox="1">
            <a:spLocks noGrp="1"/>
          </p:cNvSpPr>
          <p:nvPr>
            <p:ph type="body" idx="3"/>
          </p:nvPr>
        </p:nvSpPr>
        <p:spPr>
          <a:xfrm>
            <a:off x="4673927" y="2761220"/>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142"/>
        <p:cNvGrpSpPr/>
        <p:nvPr/>
      </p:nvGrpSpPr>
      <p:grpSpPr>
        <a:xfrm>
          <a:off x="0" y="0"/>
          <a:ext cx="0" cy="0"/>
          <a:chOff x="0" y="0"/>
          <a:chExt cx="0" cy="0"/>
        </a:xfrm>
      </p:grpSpPr>
      <p:sp>
        <p:nvSpPr>
          <p:cNvPr id="143" name="Google Shape;143;p35"/>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44" name="Google Shape;144;p35"/>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45" name="Google Shape;145;p35"/>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46" name="Google Shape;146;p35"/>
          <p:cNvSpPr txBox="1">
            <a:spLocks noGrp="1"/>
          </p:cNvSpPr>
          <p:nvPr>
            <p:ph type="body" idx="3"/>
          </p:nvPr>
        </p:nvSpPr>
        <p:spPr>
          <a:xfrm>
            <a:off x="457172" y="2761220"/>
            <a:ext cx="82287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147"/>
        <p:cNvGrpSpPr/>
        <p:nvPr/>
      </p:nvGrpSpPr>
      <p:grpSpPr>
        <a:xfrm>
          <a:off x="0" y="0"/>
          <a:ext cx="0" cy="0"/>
          <a:chOff x="0" y="0"/>
          <a:chExt cx="0" cy="0"/>
        </a:xfrm>
      </p:grpSpPr>
      <p:sp>
        <p:nvSpPr>
          <p:cNvPr id="148" name="Google Shape;148;p36"/>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49" name="Google Shape;149;p36"/>
          <p:cNvSpPr txBox="1">
            <a:spLocks noGrp="1"/>
          </p:cNvSpPr>
          <p:nvPr>
            <p:ph type="body" idx="1"/>
          </p:nvPr>
        </p:nvSpPr>
        <p:spPr>
          <a:xfrm>
            <a:off x="457172" y="1203299"/>
            <a:ext cx="82287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50" name="Google Shape;150;p36"/>
          <p:cNvSpPr txBox="1">
            <a:spLocks noGrp="1"/>
          </p:cNvSpPr>
          <p:nvPr>
            <p:ph type="body" idx="2"/>
          </p:nvPr>
        </p:nvSpPr>
        <p:spPr>
          <a:xfrm>
            <a:off x="457172" y="2761220"/>
            <a:ext cx="82287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151"/>
        <p:cNvGrpSpPr/>
        <p:nvPr/>
      </p:nvGrpSpPr>
      <p:grpSpPr>
        <a:xfrm>
          <a:off x="0" y="0"/>
          <a:ext cx="0" cy="0"/>
          <a:chOff x="0" y="0"/>
          <a:chExt cx="0" cy="0"/>
        </a:xfrm>
      </p:grpSpPr>
      <p:sp>
        <p:nvSpPr>
          <p:cNvPr id="152" name="Google Shape;152;p37"/>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53" name="Google Shape;153;p37"/>
          <p:cNvSpPr txBox="1">
            <a:spLocks noGrp="1"/>
          </p:cNvSpPr>
          <p:nvPr>
            <p:ph type="body" idx="1"/>
          </p:nvPr>
        </p:nvSpPr>
        <p:spPr>
          <a:xfrm>
            <a:off x="457172"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54" name="Google Shape;154;p37"/>
          <p:cNvSpPr txBox="1">
            <a:spLocks noGrp="1"/>
          </p:cNvSpPr>
          <p:nvPr>
            <p:ph type="body" idx="2"/>
          </p:nvPr>
        </p:nvSpPr>
        <p:spPr>
          <a:xfrm>
            <a:off x="4673927" y="1203299"/>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55" name="Google Shape;155;p37"/>
          <p:cNvSpPr txBox="1">
            <a:spLocks noGrp="1"/>
          </p:cNvSpPr>
          <p:nvPr>
            <p:ph type="body" idx="3"/>
          </p:nvPr>
        </p:nvSpPr>
        <p:spPr>
          <a:xfrm>
            <a:off x="457172" y="2761220"/>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56" name="Google Shape;156;p37"/>
          <p:cNvSpPr txBox="1">
            <a:spLocks noGrp="1"/>
          </p:cNvSpPr>
          <p:nvPr>
            <p:ph type="body" idx="4"/>
          </p:nvPr>
        </p:nvSpPr>
        <p:spPr>
          <a:xfrm>
            <a:off x="4673927" y="2761220"/>
            <a:ext cx="40155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157"/>
        <p:cNvGrpSpPr/>
        <p:nvPr/>
      </p:nvGrpSpPr>
      <p:grpSpPr>
        <a:xfrm>
          <a:off x="0" y="0"/>
          <a:ext cx="0" cy="0"/>
          <a:chOff x="0" y="0"/>
          <a:chExt cx="0" cy="0"/>
        </a:xfrm>
      </p:grpSpPr>
      <p:sp>
        <p:nvSpPr>
          <p:cNvPr id="158" name="Google Shape;158;p38"/>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lvl="0" algn="l" rtl="0">
              <a:lnSpc>
                <a:spcPct val="100000"/>
              </a:lnSpc>
              <a:spcBef>
                <a:spcPts val="0"/>
              </a:spcBef>
              <a:spcAft>
                <a:spcPts val="0"/>
              </a:spcAft>
              <a:buSzPts val="1300"/>
              <a:buNone/>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59" name="Google Shape;159;p38"/>
          <p:cNvSpPr txBox="1">
            <a:spLocks noGrp="1"/>
          </p:cNvSpPr>
          <p:nvPr>
            <p:ph type="body" idx="1"/>
          </p:nvPr>
        </p:nvSpPr>
        <p:spPr>
          <a:xfrm>
            <a:off x="457172" y="1203299"/>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60" name="Google Shape;160;p38"/>
          <p:cNvSpPr txBox="1">
            <a:spLocks noGrp="1"/>
          </p:cNvSpPr>
          <p:nvPr>
            <p:ph type="body" idx="2"/>
          </p:nvPr>
        </p:nvSpPr>
        <p:spPr>
          <a:xfrm>
            <a:off x="3239388" y="1203299"/>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61" name="Google Shape;161;p38"/>
          <p:cNvSpPr txBox="1">
            <a:spLocks noGrp="1"/>
          </p:cNvSpPr>
          <p:nvPr>
            <p:ph type="body" idx="3"/>
          </p:nvPr>
        </p:nvSpPr>
        <p:spPr>
          <a:xfrm>
            <a:off x="6021277" y="1203299"/>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62" name="Google Shape;162;p38"/>
          <p:cNvSpPr txBox="1">
            <a:spLocks noGrp="1"/>
          </p:cNvSpPr>
          <p:nvPr>
            <p:ph type="body" idx="4"/>
          </p:nvPr>
        </p:nvSpPr>
        <p:spPr>
          <a:xfrm>
            <a:off x="457172" y="2761220"/>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63" name="Google Shape;163;p38"/>
          <p:cNvSpPr txBox="1">
            <a:spLocks noGrp="1"/>
          </p:cNvSpPr>
          <p:nvPr>
            <p:ph type="body" idx="5"/>
          </p:nvPr>
        </p:nvSpPr>
        <p:spPr>
          <a:xfrm>
            <a:off x="3239388" y="2761220"/>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64" name="Google Shape;164;p38"/>
          <p:cNvSpPr txBox="1">
            <a:spLocks noGrp="1"/>
          </p:cNvSpPr>
          <p:nvPr>
            <p:ph type="body" idx="6"/>
          </p:nvPr>
        </p:nvSpPr>
        <p:spPr>
          <a:xfrm>
            <a:off x="6021277" y="2761220"/>
            <a:ext cx="2649300" cy="14223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5"/>
        <p:cNvGrpSpPr/>
        <p:nvPr/>
      </p:nvGrpSpPr>
      <p:grpSpPr>
        <a:xfrm>
          <a:off x="0" y="0"/>
          <a:ext cx="0" cy="0"/>
          <a:chOff x="0" y="0"/>
          <a:chExt cx="0" cy="0"/>
        </a:xfrm>
      </p:grpSpPr>
      <p:sp>
        <p:nvSpPr>
          <p:cNvPr id="166" name="Google Shape;166;p39"/>
          <p:cNvSpPr txBox="1">
            <a:spLocks noGrp="1"/>
          </p:cNvSpPr>
          <p:nvPr>
            <p:ph type="body" idx="1"/>
          </p:nvPr>
        </p:nvSpPr>
        <p:spPr>
          <a:xfrm>
            <a:off x="311700" y="1152475"/>
            <a:ext cx="8520600" cy="3416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300"/>
              <a:buNone/>
              <a:defRPr/>
            </a:lvl1pPr>
            <a:lvl2pPr marL="914400" lvl="1" indent="-228600" algn="l" rtl="0">
              <a:lnSpc>
                <a:spcPct val="100000"/>
              </a:lnSpc>
              <a:spcBef>
                <a:spcPts val="0"/>
              </a:spcBef>
              <a:spcAft>
                <a:spcPts val="0"/>
              </a:spcAft>
              <a:buSzPts val="1300"/>
              <a:buNone/>
              <a:defRPr/>
            </a:lvl2pPr>
            <a:lvl3pPr marL="1371600" lvl="2" indent="-228600" algn="l" rtl="0">
              <a:lnSpc>
                <a:spcPct val="100000"/>
              </a:lnSpc>
              <a:spcBef>
                <a:spcPts val="0"/>
              </a:spcBef>
              <a:spcAft>
                <a:spcPts val="0"/>
              </a:spcAft>
              <a:buSzPts val="1300"/>
              <a:buNone/>
              <a:defRPr/>
            </a:lvl3pPr>
            <a:lvl4pPr marL="1828800" lvl="3" indent="-228600" algn="l" rtl="0">
              <a:lnSpc>
                <a:spcPct val="100000"/>
              </a:lnSpc>
              <a:spcBef>
                <a:spcPts val="0"/>
              </a:spcBef>
              <a:spcAft>
                <a:spcPts val="0"/>
              </a:spcAft>
              <a:buSzPts val="1300"/>
              <a:buNone/>
              <a:defRPr/>
            </a:lvl4pPr>
            <a:lvl5pPr marL="2286000" lvl="4" indent="-228600" algn="l" rtl="0">
              <a:lnSpc>
                <a:spcPct val="100000"/>
              </a:lnSpc>
              <a:spcBef>
                <a:spcPts val="0"/>
              </a:spcBef>
              <a:spcAft>
                <a:spcPts val="0"/>
              </a:spcAft>
              <a:buSzPts val="1300"/>
              <a:buNone/>
              <a:defRPr/>
            </a:lvl5pPr>
            <a:lvl6pPr marL="2743200" lvl="5" indent="-228600" algn="l" rtl="0">
              <a:lnSpc>
                <a:spcPct val="100000"/>
              </a:lnSpc>
              <a:spcBef>
                <a:spcPts val="0"/>
              </a:spcBef>
              <a:spcAft>
                <a:spcPts val="0"/>
              </a:spcAft>
              <a:buSzPts val="1300"/>
              <a:buNone/>
              <a:defRPr/>
            </a:lvl6pPr>
            <a:lvl7pPr marL="3200400" lvl="6" indent="-228600" algn="l" rtl="0">
              <a:lnSpc>
                <a:spcPct val="100000"/>
              </a:lnSpc>
              <a:spcBef>
                <a:spcPts val="0"/>
              </a:spcBef>
              <a:spcAft>
                <a:spcPts val="0"/>
              </a:spcAft>
              <a:buSzPts val="1300"/>
              <a:buNone/>
              <a:defRPr/>
            </a:lvl7pPr>
            <a:lvl8pPr marL="3657600" lvl="7" indent="-228600" algn="l" rtl="0">
              <a:lnSpc>
                <a:spcPct val="100000"/>
              </a:lnSpc>
              <a:spcBef>
                <a:spcPts val="0"/>
              </a:spcBef>
              <a:spcAft>
                <a:spcPts val="0"/>
              </a:spcAft>
              <a:buSzPts val="1300"/>
              <a:buNone/>
              <a:defRPr/>
            </a:lvl8pPr>
            <a:lvl9pPr marL="4114800" lvl="8" indent="-228600" algn="l" rtl="0">
              <a:lnSpc>
                <a:spcPct val="100000"/>
              </a:lnSpc>
              <a:spcBef>
                <a:spcPts val="0"/>
              </a:spcBef>
              <a:spcAft>
                <a:spcPts val="0"/>
              </a:spcAft>
              <a:buSzPts val="1300"/>
              <a:buNone/>
              <a:defRPr/>
            </a:lvl9pPr>
          </a:lstStyle>
          <a:p>
            <a:endParaRPr/>
          </a:p>
        </p:txBody>
      </p:sp>
      <p:sp>
        <p:nvSpPr>
          <p:cNvPr id="167" name="Google Shape;167;p39"/>
          <p:cNvSpPr txBox="1">
            <a:spLocks noGrp="1"/>
          </p:cNvSpPr>
          <p:nvPr>
            <p:ph type="sldNum" idx="12"/>
          </p:nvPr>
        </p:nvSpPr>
        <p:spPr>
          <a:xfrm>
            <a:off x="8472458" y="4663217"/>
            <a:ext cx="548700" cy="3936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GB"/>
              <a:t>‹#›</a:t>
            </a:fld>
            <a:endParaRPr/>
          </a:p>
        </p:txBody>
      </p:sp>
      <p:sp>
        <p:nvSpPr>
          <p:cNvPr id="168" name="Google Shape;168;p39"/>
          <p:cNvSpPr/>
          <p:nvPr/>
        </p:nvSpPr>
        <p:spPr>
          <a:xfrm>
            <a:off x="-77550" y="5089100"/>
            <a:ext cx="9299100" cy="1272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39"/>
          <p:cNvSpPr txBox="1">
            <a:spLocks noGrp="1"/>
          </p:cNvSpPr>
          <p:nvPr>
            <p:ph type="subTitle" idx="2"/>
          </p:nvPr>
        </p:nvSpPr>
        <p:spPr>
          <a:xfrm>
            <a:off x="0" y="0"/>
            <a:ext cx="6916200" cy="3936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300"/>
              <a:buNone/>
              <a:defRPr sz="1200" i="1">
                <a:solidFill>
                  <a:srgbClr val="6AA84F"/>
                </a:solidFill>
              </a:defRPr>
            </a:lvl1pPr>
            <a:lvl2pPr lvl="1" algn="l" rtl="0">
              <a:lnSpc>
                <a:spcPct val="100000"/>
              </a:lnSpc>
              <a:spcBef>
                <a:spcPts val="0"/>
              </a:spcBef>
              <a:spcAft>
                <a:spcPts val="0"/>
              </a:spcAft>
              <a:buSzPts val="1300"/>
              <a:buNone/>
              <a:defRPr/>
            </a:lvl2pPr>
            <a:lvl3pPr lvl="2" algn="l" rtl="0">
              <a:lnSpc>
                <a:spcPct val="100000"/>
              </a:lnSpc>
              <a:spcBef>
                <a:spcPts val="0"/>
              </a:spcBef>
              <a:spcAft>
                <a:spcPts val="0"/>
              </a:spcAft>
              <a:buSzPts val="1300"/>
              <a:buNone/>
              <a:defRPr/>
            </a:lvl3pPr>
            <a:lvl4pPr lvl="3" algn="l" rtl="0">
              <a:lnSpc>
                <a:spcPct val="100000"/>
              </a:lnSpc>
              <a:spcBef>
                <a:spcPts val="0"/>
              </a:spcBef>
              <a:spcAft>
                <a:spcPts val="0"/>
              </a:spcAft>
              <a:buSzPts val="1300"/>
              <a:buNone/>
              <a:defRPr/>
            </a:lvl4pPr>
            <a:lvl5pPr lvl="4" algn="l" rtl="0">
              <a:lnSpc>
                <a:spcPct val="100000"/>
              </a:lnSpc>
              <a:spcBef>
                <a:spcPts val="0"/>
              </a:spcBef>
              <a:spcAft>
                <a:spcPts val="0"/>
              </a:spcAft>
              <a:buSzPts val="1300"/>
              <a:buNone/>
              <a:defRPr/>
            </a:lvl5pPr>
            <a:lvl6pPr lvl="5" algn="l" rtl="0">
              <a:lnSpc>
                <a:spcPct val="100000"/>
              </a:lnSpc>
              <a:spcBef>
                <a:spcPts val="0"/>
              </a:spcBef>
              <a:spcAft>
                <a:spcPts val="0"/>
              </a:spcAft>
              <a:buSzPts val="1300"/>
              <a:buNone/>
              <a:defRPr/>
            </a:lvl6pPr>
            <a:lvl7pPr lvl="6" algn="l" rtl="0">
              <a:lnSpc>
                <a:spcPct val="100000"/>
              </a:lnSpc>
              <a:spcBef>
                <a:spcPts val="0"/>
              </a:spcBef>
              <a:spcAft>
                <a:spcPts val="0"/>
              </a:spcAft>
              <a:buSzPts val="1300"/>
              <a:buNone/>
              <a:defRPr/>
            </a:lvl7pPr>
            <a:lvl8pPr lvl="7" algn="l" rtl="0">
              <a:lnSpc>
                <a:spcPct val="100000"/>
              </a:lnSpc>
              <a:spcBef>
                <a:spcPts val="0"/>
              </a:spcBef>
              <a:spcAft>
                <a:spcPts val="0"/>
              </a:spcAft>
              <a:buSzPts val="1300"/>
              <a:buNone/>
              <a:defRPr/>
            </a:lvl8pPr>
            <a:lvl9pPr lvl="8" algn="l" rtl="0">
              <a:lnSpc>
                <a:spcPct val="100000"/>
              </a:lnSpc>
              <a:spcBef>
                <a:spcPts val="0"/>
              </a:spcBef>
              <a:spcAft>
                <a:spcPts val="0"/>
              </a:spcAft>
              <a:buSzPts val="1300"/>
              <a:buNone/>
              <a:defRPr/>
            </a:lvl9pPr>
          </a:lstStyle>
          <a:p>
            <a:endParaRPr/>
          </a:p>
        </p:txBody>
      </p:sp>
      <p:sp>
        <p:nvSpPr>
          <p:cNvPr id="170" name="Google Shape;170;p39"/>
          <p:cNvSpPr txBox="1">
            <a:spLocks noGrp="1"/>
          </p:cNvSpPr>
          <p:nvPr>
            <p:ph type="title"/>
          </p:nvPr>
        </p:nvSpPr>
        <p:spPr>
          <a:xfrm>
            <a:off x="132250" y="129900"/>
            <a:ext cx="8520600" cy="572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rgbClr val="38761D"/>
              </a:buClr>
              <a:buSzPts val="2800"/>
              <a:buNone/>
              <a:defRPr sz="2800" b="1">
                <a:solidFill>
                  <a:srgbClr val="38761D"/>
                </a:solidFill>
              </a:defRPr>
            </a:lvl1pPr>
            <a:lvl2pPr lvl="1" algn="l" rtl="0">
              <a:lnSpc>
                <a:spcPct val="100000"/>
              </a:lnSpc>
              <a:spcBef>
                <a:spcPts val="0"/>
              </a:spcBef>
              <a:spcAft>
                <a:spcPts val="0"/>
              </a:spcAft>
              <a:buClr>
                <a:schemeClr val="dk1"/>
              </a:buClr>
              <a:buSzPts val="2800"/>
              <a:buNone/>
              <a:defRPr sz="2800">
                <a:solidFill>
                  <a:schemeClr val="dk1"/>
                </a:solidFill>
              </a:defRPr>
            </a:lvl2pPr>
            <a:lvl3pPr lvl="2" algn="l" rtl="0">
              <a:lnSpc>
                <a:spcPct val="100000"/>
              </a:lnSpc>
              <a:spcBef>
                <a:spcPts val="0"/>
              </a:spcBef>
              <a:spcAft>
                <a:spcPts val="0"/>
              </a:spcAft>
              <a:buClr>
                <a:schemeClr val="dk1"/>
              </a:buClr>
              <a:buSzPts val="2800"/>
              <a:buNone/>
              <a:defRPr sz="2800">
                <a:solidFill>
                  <a:schemeClr val="dk1"/>
                </a:solidFill>
              </a:defRPr>
            </a:lvl3pPr>
            <a:lvl4pPr lvl="3" algn="l" rtl="0">
              <a:lnSpc>
                <a:spcPct val="100000"/>
              </a:lnSpc>
              <a:spcBef>
                <a:spcPts val="0"/>
              </a:spcBef>
              <a:spcAft>
                <a:spcPts val="0"/>
              </a:spcAft>
              <a:buClr>
                <a:schemeClr val="dk1"/>
              </a:buClr>
              <a:buSzPts val="2800"/>
              <a:buNone/>
              <a:defRPr sz="2800">
                <a:solidFill>
                  <a:schemeClr val="dk1"/>
                </a:solidFill>
              </a:defRPr>
            </a:lvl4pPr>
            <a:lvl5pPr lvl="4" algn="l" rtl="0">
              <a:lnSpc>
                <a:spcPct val="100000"/>
              </a:lnSpc>
              <a:spcBef>
                <a:spcPts val="0"/>
              </a:spcBef>
              <a:spcAft>
                <a:spcPts val="0"/>
              </a:spcAft>
              <a:buClr>
                <a:schemeClr val="dk1"/>
              </a:buClr>
              <a:buSzPts val="2800"/>
              <a:buNone/>
              <a:defRPr sz="2800">
                <a:solidFill>
                  <a:schemeClr val="dk1"/>
                </a:solidFill>
              </a:defRPr>
            </a:lvl5pPr>
            <a:lvl6pPr lvl="5" algn="l" rtl="0">
              <a:lnSpc>
                <a:spcPct val="100000"/>
              </a:lnSpc>
              <a:spcBef>
                <a:spcPts val="0"/>
              </a:spcBef>
              <a:spcAft>
                <a:spcPts val="0"/>
              </a:spcAft>
              <a:buClr>
                <a:schemeClr val="dk1"/>
              </a:buClr>
              <a:buSzPts val="2800"/>
              <a:buNone/>
              <a:defRPr sz="2800">
                <a:solidFill>
                  <a:schemeClr val="dk1"/>
                </a:solidFill>
              </a:defRPr>
            </a:lvl6pPr>
            <a:lvl7pPr lvl="6" algn="l" rtl="0">
              <a:lnSpc>
                <a:spcPct val="100000"/>
              </a:lnSpc>
              <a:spcBef>
                <a:spcPts val="0"/>
              </a:spcBef>
              <a:spcAft>
                <a:spcPts val="0"/>
              </a:spcAft>
              <a:buClr>
                <a:schemeClr val="dk1"/>
              </a:buClr>
              <a:buSzPts val="2800"/>
              <a:buNone/>
              <a:defRPr sz="2800">
                <a:solidFill>
                  <a:schemeClr val="dk1"/>
                </a:solidFill>
              </a:defRPr>
            </a:lvl7pPr>
            <a:lvl8pPr lvl="7" algn="l" rtl="0">
              <a:lnSpc>
                <a:spcPct val="100000"/>
              </a:lnSpc>
              <a:spcBef>
                <a:spcPts val="0"/>
              </a:spcBef>
              <a:spcAft>
                <a:spcPts val="0"/>
              </a:spcAft>
              <a:buClr>
                <a:schemeClr val="dk1"/>
              </a:buClr>
              <a:buSzPts val="2800"/>
              <a:buNone/>
              <a:defRPr sz="2800">
                <a:solidFill>
                  <a:schemeClr val="dk1"/>
                </a:solidFill>
              </a:defRPr>
            </a:lvl8pPr>
            <a:lvl9pPr lvl="8" algn="l" rtl="0">
              <a:lnSpc>
                <a:spcPct val="100000"/>
              </a:lnSpc>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accent5"/>
        </a:solidFill>
        <a:effectLst/>
      </p:bgPr>
    </p:bg>
    <p:spTree>
      <p:nvGrpSpPr>
        <p:cNvPr id="1" name="Shape 176"/>
        <p:cNvGrpSpPr/>
        <p:nvPr/>
      </p:nvGrpSpPr>
      <p:grpSpPr>
        <a:xfrm>
          <a:off x="0" y="0"/>
          <a:ext cx="0" cy="0"/>
          <a:chOff x="0" y="0"/>
          <a:chExt cx="0" cy="0"/>
        </a:xfrm>
      </p:grpSpPr>
      <p:pic>
        <p:nvPicPr>
          <p:cNvPr id="177" name="Google Shape;177;p41"/>
          <p:cNvPicPr preferRelativeResize="0"/>
          <p:nvPr/>
        </p:nvPicPr>
        <p:blipFill rotWithShape="1">
          <a:blip r:embed="rId2">
            <a:alphaModFix/>
          </a:blip>
          <a:srcRect/>
          <a:stretch/>
        </p:blipFill>
        <p:spPr>
          <a:xfrm>
            <a:off x="-60767" y="-35939"/>
            <a:ext cx="9271322" cy="5218637"/>
          </a:xfrm>
          <a:prstGeom prst="rect">
            <a:avLst/>
          </a:prstGeom>
          <a:noFill/>
          <a:ln>
            <a:noFill/>
          </a:ln>
        </p:spPr>
      </p:pic>
      <p:sp>
        <p:nvSpPr>
          <p:cNvPr id="178" name="Google Shape;178;p41"/>
          <p:cNvSpPr txBox="1">
            <a:spLocks noGrp="1"/>
          </p:cNvSpPr>
          <p:nvPr>
            <p:ph type="title"/>
          </p:nvPr>
        </p:nvSpPr>
        <p:spPr>
          <a:xfrm>
            <a:off x="314325" y="2393955"/>
            <a:ext cx="85155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4500"/>
              <a:buFont typeface="Arial"/>
              <a:buNone/>
              <a:defRPr sz="45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79" name="Google Shape;179;p41"/>
          <p:cNvSpPr txBox="1">
            <a:spLocks noGrp="1"/>
          </p:cNvSpPr>
          <p:nvPr>
            <p:ph type="body" idx="1"/>
          </p:nvPr>
        </p:nvSpPr>
        <p:spPr>
          <a:xfrm>
            <a:off x="314325" y="1915767"/>
            <a:ext cx="6044700" cy="366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1"/>
              </a:buClr>
              <a:buSzPts val="1500"/>
              <a:buNone/>
              <a:defRPr sz="1500" b="0">
                <a:solidFill>
                  <a:schemeClr val="lt1"/>
                </a:solidFill>
                <a:latin typeface="Arial"/>
                <a:ea typeface="Arial"/>
                <a:cs typeface="Arial"/>
                <a:sym typeface="Arial"/>
              </a:defRPr>
            </a:lvl1pPr>
            <a:lvl2pPr marL="914400" lvl="1" indent="-342900" algn="l" rtl="0">
              <a:lnSpc>
                <a:spcPct val="90000"/>
              </a:lnSpc>
              <a:spcBef>
                <a:spcPts val="400"/>
              </a:spcBef>
              <a:spcAft>
                <a:spcPts val="0"/>
              </a:spcAft>
              <a:buClr>
                <a:schemeClr val="lt1"/>
              </a:buClr>
              <a:buSzPts val="1800"/>
              <a:buChar char="•"/>
              <a:defRPr>
                <a:solidFill>
                  <a:schemeClr val="lt1"/>
                </a:solidFill>
              </a:defRPr>
            </a:lvl2pPr>
            <a:lvl3pPr marL="1371600" lvl="2" indent="-323850" algn="l" rtl="0">
              <a:lnSpc>
                <a:spcPct val="90000"/>
              </a:lnSpc>
              <a:spcBef>
                <a:spcPts val="400"/>
              </a:spcBef>
              <a:spcAft>
                <a:spcPts val="0"/>
              </a:spcAft>
              <a:buClr>
                <a:schemeClr val="lt1"/>
              </a:buClr>
              <a:buSzPts val="1500"/>
              <a:buChar char="•"/>
              <a:defRPr>
                <a:solidFill>
                  <a:schemeClr val="lt1"/>
                </a:solidFill>
              </a:defRPr>
            </a:lvl3pPr>
            <a:lvl4pPr marL="1828800" lvl="3" indent="-317500" algn="l" rtl="0">
              <a:lnSpc>
                <a:spcPct val="90000"/>
              </a:lnSpc>
              <a:spcBef>
                <a:spcPts val="400"/>
              </a:spcBef>
              <a:spcAft>
                <a:spcPts val="0"/>
              </a:spcAft>
              <a:buClr>
                <a:schemeClr val="lt1"/>
              </a:buClr>
              <a:buSzPts val="1400"/>
              <a:buChar char="•"/>
              <a:defRPr>
                <a:solidFill>
                  <a:schemeClr val="lt1"/>
                </a:solidFill>
              </a:defRPr>
            </a:lvl4pPr>
            <a:lvl5pPr marL="2286000" lvl="4" indent="-317500" algn="l" rtl="0">
              <a:lnSpc>
                <a:spcPct val="90000"/>
              </a:lnSpc>
              <a:spcBef>
                <a:spcPts val="400"/>
              </a:spcBef>
              <a:spcAft>
                <a:spcPts val="0"/>
              </a:spcAft>
              <a:buClr>
                <a:schemeClr val="lt1"/>
              </a:buClr>
              <a:buSzPts val="1400"/>
              <a:buChar char="•"/>
              <a:defRPr>
                <a:solidFill>
                  <a:schemeClr val="lt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pic>
        <p:nvPicPr>
          <p:cNvPr id="180" name="Google Shape;180;p41"/>
          <p:cNvPicPr preferRelativeResize="0"/>
          <p:nvPr/>
        </p:nvPicPr>
        <p:blipFill rotWithShape="1">
          <a:blip r:embed="rId3">
            <a:alphaModFix/>
          </a:blip>
          <a:srcRect/>
          <a:stretch/>
        </p:blipFill>
        <p:spPr>
          <a:xfrm>
            <a:off x="7448324" y="4567379"/>
            <a:ext cx="1329492" cy="33680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One Column" type="obj">
  <p:cSld name="OBJECT">
    <p:spTree>
      <p:nvGrpSpPr>
        <p:cNvPr id="1" name="Shape 181"/>
        <p:cNvGrpSpPr/>
        <p:nvPr/>
      </p:nvGrpSpPr>
      <p:grpSpPr>
        <a:xfrm>
          <a:off x="0" y="0"/>
          <a:ext cx="0" cy="0"/>
          <a:chOff x="0" y="0"/>
          <a:chExt cx="0" cy="0"/>
        </a:xfrm>
      </p:grpSpPr>
      <p:pic>
        <p:nvPicPr>
          <p:cNvPr id="182" name="Google Shape;182;p42"/>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183" name="Google Shape;183;p42"/>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84" name="Google Shape;184;p42"/>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solidFill>
                  <a:schemeClr val="dk1"/>
                </a:solidFill>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pic>
        <p:nvPicPr>
          <p:cNvPr id="185" name="Google Shape;185;p42"/>
          <p:cNvPicPr preferRelativeResize="0"/>
          <p:nvPr/>
        </p:nvPicPr>
        <p:blipFill rotWithShape="1">
          <a:blip r:embed="rId3">
            <a:alphaModFix/>
          </a:blip>
          <a:srcRect/>
          <a:stretch/>
        </p:blipFill>
        <p:spPr>
          <a:xfrm>
            <a:off x="7431899" y="273844"/>
            <a:ext cx="1329492" cy="336805"/>
          </a:xfrm>
          <a:prstGeom prst="rect">
            <a:avLst/>
          </a:prstGeom>
          <a:noFill/>
          <a:ln>
            <a:noFill/>
          </a:ln>
        </p:spPr>
      </p:pic>
      <p:sp>
        <p:nvSpPr>
          <p:cNvPr id="186" name="Google Shape;186;p42"/>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rgbClr val="888888"/>
                </a:solidFill>
                <a:latin typeface="Arial"/>
                <a:ea typeface="Arial"/>
                <a:cs typeface="Arial"/>
                <a:sym typeface="Arial"/>
              </a:defRPr>
            </a:lvl1pPr>
            <a:lvl2pPr marL="0" marR="0" lvl="1" indent="0" algn="r" rtl="0">
              <a:spcBef>
                <a:spcPts val="0"/>
              </a:spcBef>
              <a:buNone/>
              <a:defRPr sz="700" b="0" i="0" u="none" strike="noStrike" cap="none">
                <a:solidFill>
                  <a:srgbClr val="888888"/>
                </a:solidFill>
                <a:latin typeface="Arial"/>
                <a:ea typeface="Arial"/>
                <a:cs typeface="Arial"/>
                <a:sym typeface="Arial"/>
              </a:defRPr>
            </a:lvl2pPr>
            <a:lvl3pPr marL="0" marR="0" lvl="2" indent="0" algn="r" rtl="0">
              <a:spcBef>
                <a:spcPts val="0"/>
              </a:spcBef>
              <a:buNone/>
              <a:defRPr sz="700" b="0" i="0" u="none" strike="noStrike" cap="none">
                <a:solidFill>
                  <a:srgbClr val="888888"/>
                </a:solidFill>
                <a:latin typeface="Arial"/>
                <a:ea typeface="Arial"/>
                <a:cs typeface="Arial"/>
                <a:sym typeface="Arial"/>
              </a:defRPr>
            </a:lvl3pPr>
            <a:lvl4pPr marL="0" marR="0" lvl="3" indent="0" algn="r" rtl="0">
              <a:spcBef>
                <a:spcPts val="0"/>
              </a:spcBef>
              <a:buNone/>
              <a:defRPr sz="700" b="0" i="0" u="none" strike="noStrike" cap="none">
                <a:solidFill>
                  <a:srgbClr val="888888"/>
                </a:solidFill>
                <a:latin typeface="Arial"/>
                <a:ea typeface="Arial"/>
                <a:cs typeface="Arial"/>
                <a:sym typeface="Arial"/>
              </a:defRPr>
            </a:lvl4pPr>
            <a:lvl5pPr marL="0" marR="0" lvl="4" indent="0" algn="r" rtl="0">
              <a:spcBef>
                <a:spcPts val="0"/>
              </a:spcBef>
              <a:buNone/>
              <a:defRPr sz="700" b="0" i="0" u="none" strike="noStrike" cap="none">
                <a:solidFill>
                  <a:srgbClr val="888888"/>
                </a:solidFill>
                <a:latin typeface="Arial"/>
                <a:ea typeface="Arial"/>
                <a:cs typeface="Arial"/>
                <a:sym typeface="Arial"/>
              </a:defRPr>
            </a:lvl5pPr>
            <a:lvl6pPr marL="0" marR="0" lvl="5" indent="0" algn="r" rtl="0">
              <a:spcBef>
                <a:spcPts val="0"/>
              </a:spcBef>
              <a:buNone/>
              <a:defRPr sz="700" b="0" i="0" u="none" strike="noStrike" cap="none">
                <a:solidFill>
                  <a:srgbClr val="888888"/>
                </a:solidFill>
                <a:latin typeface="Arial"/>
                <a:ea typeface="Arial"/>
                <a:cs typeface="Arial"/>
                <a:sym typeface="Arial"/>
              </a:defRPr>
            </a:lvl6pPr>
            <a:lvl7pPr marL="0" marR="0" lvl="6" indent="0" algn="r" rtl="0">
              <a:spcBef>
                <a:spcPts val="0"/>
              </a:spcBef>
              <a:buNone/>
              <a:defRPr sz="700" b="0" i="0" u="none" strike="noStrike" cap="none">
                <a:solidFill>
                  <a:srgbClr val="888888"/>
                </a:solidFill>
                <a:latin typeface="Arial"/>
                <a:ea typeface="Arial"/>
                <a:cs typeface="Arial"/>
                <a:sym typeface="Arial"/>
              </a:defRPr>
            </a:lvl7pPr>
            <a:lvl8pPr marL="0" marR="0" lvl="7" indent="0" algn="r" rtl="0">
              <a:spcBef>
                <a:spcPts val="0"/>
              </a:spcBef>
              <a:buNone/>
              <a:defRPr sz="700" b="0" i="0" u="none" strike="noStrike" cap="none">
                <a:solidFill>
                  <a:srgbClr val="888888"/>
                </a:solidFill>
                <a:latin typeface="Arial"/>
                <a:ea typeface="Arial"/>
                <a:cs typeface="Arial"/>
                <a:sym typeface="Arial"/>
              </a:defRPr>
            </a:lvl8pPr>
            <a:lvl9pPr marL="0" marR="0" lvl="8" indent="0" algn="r" rtl="0">
              <a:spcBef>
                <a:spcPts val="0"/>
              </a:spcBef>
              <a:buNone/>
              <a:defRPr sz="7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87" name="Google Shape;187;p42"/>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ide by Side">
  <p:cSld name="Side by Side">
    <p:spTree>
      <p:nvGrpSpPr>
        <p:cNvPr id="1" name="Shape 188"/>
        <p:cNvGrpSpPr/>
        <p:nvPr/>
      </p:nvGrpSpPr>
      <p:grpSpPr>
        <a:xfrm>
          <a:off x="0" y="0"/>
          <a:ext cx="0" cy="0"/>
          <a:chOff x="0" y="0"/>
          <a:chExt cx="0" cy="0"/>
        </a:xfrm>
      </p:grpSpPr>
      <p:sp>
        <p:nvSpPr>
          <p:cNvPr id="189" name="Google Shape;189;p43"/>
          <p:cNvSpPr/>
          <p:nvPr/>
        </p:nvSpPr>
        <p:spPr>
          <a:xfrm>
            <a:off x="-1" y="0"/>
            <a:ext cx="3844500" cy="5156400"/>
          </a:xfrm>
          <a:prstGeom prst="rect">
            <a:avLst/>
          </a:prstGeom>
          <a:solidFill>
            <a:srgbClr val="232F3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190" name="Google Shape;190;p43" descr="A circuit board&#10;&#10;Description automatically generated"/>
          <p:cNvPicPr preferRelativeResize="0"/>
          <p:nvPr/>
        </p:nvPicPr>
        <p:blipFill rotWithShape="1">
          <a:blip r:embed="rId2">
            <a:alphaModFix/>
          </a:blip>
          <a:srcRect l="39691" t="3210" r="5227" b="21595"/>
          <a:stretch/>
        </p:blipFill>
        <p:spPr>
          <a:xfrm>
            <a:off x="441534" y="2369520"/>
            <a:ext cx="3402790" cy="2787100"/>
          </a:xfrm>
          <a:prstGeom prst="rect">
            <a:avLst/>
          </a:prstGeom>
          <a:noFill/>
          <a:ln>
            <a:noFill/>
          </a:ln>
        </p:spPr>
      </p:pic>
      <p:sp>
        <p:nvSpPr>
          <p:cNvPr id="191" name="Google Shape;191;p43"/>
          <p:cNvSpPr txBox="1">
            <a:spLocks noGrp="1"/>
          </p:cNvSpPr>
          <p:nvPr>
            <p:ph type="ftr" idx="11"/>
          </p:nvPr>
        </p:nvSpPr>
        <p:spPr>
          <a:xfrm>
            <a:off x="5998296" y="4767263"/>
            <a:ext cx="2831400" cy="2739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92" name="Google Shape;192;p43"/>
          <p:cNvSpPr txBox="1">
            <a:spLocks noGrp="1"/>
          </p:cNvSpPr>
          <p:nvPr>
            <p:ph type="title"/>
          </p:nvPr>
        </p:nvSpPr>
        <p:spPr>
          <a:xfrm>
            <a:off x="314325" y="883782"/>
            <a:ext cx="32016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lt1"/>
              </a:buClr>
              <a:buSzPts val="3000"/>
              <a:buFont typeface="Arial"/>
              <a:buNone/>
              <a:defRPr>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93" name="Google Shape;193;p43"/>
          <p:cNvSpPr txBox="1">
            <a:spLocks noGrp="1"/>
          </p:cNvSpPr>
          <p:nvPr>
            <p:ph type="sldNum" idx="12"/>
          </p:nvPr>
        </p:nvSpPr>
        <p:spPr>
          <a:xfrm>
            <a:off x="317743" y="4767263"/>
            <a:ext cx="2057400" cy="273900"/>
          </a:xfrm>
          <a:prstGeom prst="rect">
            <a:avLst/>
          </a:prstGeom>
          <a:noFill/>
          <a:ln>
            <a:noFill/>
          </a:ln>
        </p:spPr>
        <p:txBody>
          <a:bodyPr spcFirstLastPara="1" wrap="square" lIns="68575" tIns="34275" rIns="68575" bIns="34275" anchor="ctr" anchorCtr="0">
            <a:noAutofit/>
          </a:bodyPr>
          <a:lstStyle>
            <a:lvl1pPr marL="0" marR="0" lvl="0" indent="0" algn="l" rtl="0">
              <a:spcBef>
                <a:spcPts val="0"/>
              </a:spcBef>
              <a:buNone/>
              <a:defRPr sz="700" b="0" i="0" u="none" strike="noStrike" cap="none">
                <a:solidFill>
                  <a:srgbClr val="FFFFFF"/>
                </a:solidFill>
                <a:latin typeface="Arial"/>
                <a:ea typeface="Arial"/>
                <a:cs typeface="Arial"/>
                <a:sym typeface="Arial"/>
              </a:defRPr>
            </a:lvl1pPr>
            <a:lvl2pPr marL="0" marR="0" lvl="1" indent="0" algn="l" rtl="0">
              <a:spcBef>
                <a:spcPts val="0"/>
              </a:spcBef>
              <a:buNone/>
              <a:defRPr sz="700" b="0" i="0" u="none" strike="noStrike" cap="none">
                <a:solidFill>
                  <a:srgbClr val="FFFFFF"/>
                </a:solidFill>
                <a:latin typeface="Arial"/>
                <a:ea typeface="Arial"/>
                <a:cs typeface="Arial"/>
                <a:sym typeface="Arial"/>
              </a:defRPr>
            </a:lvl2pPr>
            <a:lvl3pPr marL="0" marR="0" lvl="2" indent="0" algn="l" rtl="0">
              <a:spcBef>
                <a:spcPts val="0"/>
              </a:spcBef>
              <a:buNone/>
              <a:defRPr sz="700" b="0" i="0" u="none" strike="noStrike" cap="none">
                <a:solidFill>
                  <a:srgbClr val="FFFFFF"/>
                </a:solidFill>
                <a:latin typeface="Arial"/>
                <a:ea typeface="Arial"/>
                <a:cs typeface="Arial"/>
                <a:sym typeface="Arial"/>
              </a:defRPr>
            </a:lvl3pPr>
            <a:lvl4pPr marL="0" marR="0" lvl="3" indent="0" algn="l" rtl="0">
              <a:spcBef>
                <a:spcPts val="0"/>
              </a:spcBef>
              <a:buNone/>
              <a:defRPr sz="700" b="0" i="0" u="none" strike="noStrike" cap="none">
                <a:solidFill>
                  <a:srgbClr val="FFFFFF"/>
                </a:solidFill>
                <a:latin typeface="Arial"/>
                <a:ea typeface="Arial"/>
                <a:cs typeface="Arial"/>
                <a:sym typeface="Arial"/>
              </a:defRPr>
            </a:lvl4pPr>
            <a:lvl5pPr marL="0" marR="0" lvl="4" indent="0" algn="l" rtl="0">
              <a:spcBef>
                <a:spcPts val="0"/>
              </a:spcBef>
              <a:buNone/>
              <a:defRPr sz="700" b="0" i="0" u="none" strike="noStrike" cap="none">
                <a:solidFill>
                  <a:srgbClr val="FFFFFF"/>
                </a:solidFill>
                <a:latin typeface="Arial"/>
                <a:ea typeface="Arial"/>
                <a:cs typeface="Arial"/>
                <a:sym typeface="Arial"/>
              </a:defRPr>
            </a:lvl5pPr>
            <a:lvl6pPr marL="0" marR="0" lvl="5" indent="0" algn="l" rtl="0">
              <a:spcBef>
                <a:spcPts val="0"/>
              </a:spcBef>
              <a:buNone/>
              <a:defRPr sz="700" b="0" i="0" u="none" strike="noStrike" cap="none">
                <a:solidFill>
                  <a:srgbClr val="FFFFFF"/>
                </a:solidFill>
                <a:latin typeface="Arial"/>
                <a:ea typeface="Arial"/>
                <a:cs typeface="Arial"/>
                <a:sym typeface="Arial"/>
              </a:defRPr>
            </a:lvl6pPr>
            <a:lvl7pPr marL="0" marR="0" lvl="6" indent="0" algn="l" rtl="0">
              <a:spcBef>
                <a:spcPts val="0"/>
              </a:spcBef>
              <a:buNone/>
              <a:defRPr sz="700" b="0" i="0" u="none" strike="noStrike" cap="none">
                <a:solidFill>
                  <a:srgbClr val="FFFFFF"/>
                </a:solidFill>
                <a:latin typeface="Arial"/>
                <a:ea typeface="Arial"/>
                <a:cs typeface="Arial"/>
                <a:sym typeface="Arial"/>
              </a:defRPr>
            </a:lvl7pPr>
            <a:lvl8pPr marL="0" marR="0" lvl="7" indent="0" algn="l" rtl="0">
              <a:spcBef>
                <a:spcPts val="0"/>
              </a:spcBef>
              <a:buNone/>
              <a:defRPr sz="700" b="0" i="0" u="none" strike="noStrike" cap="none">
                <a:solidFill>
                  <a:srgbClr val="FFFFFF"/>
                </a:solidFill>
                <a:latin typeface="Arial"/>
                <a:ea typeface="Arial"/>
                <a:cs typeface="Arial"/>
                <a:sym typeface="Arial"/>
              </a:defRPr>
            </a:lvl8pPr>
            <a:lvl9pPr marL="0" marR="0" lvl="8" indent="0" algn="l" rtl="0">
              <a:spcBef>
                <a:spcPts val="0"/>
              </a:spcBef>
              <a:buNone/>
              <a:defRPr sz="7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
        <p:nvSpPr>
          <p:cNvPr id="194" name="Google Shape;194;p43"/>
          <p:cNvSpPr txBox="1">
            <a:spLocks noGrp="1"/>
          </p:cNvSpPr>
          <p:nvPr>
            <p:ph type="body" idx="1"/>
          </p:nvPr>
        </p:nvSpPr>
        <p:spPr>
          <a:xfrm>
            <a:off x="4285856" y="883782"/>
            <a:ext cx="4325700" cy="36111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solidFill>
                  <a:schemeClr val="dk1"/>
                </a:solidFill>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pic>
        <p:nvPicPr>
          <p:cNvPr id="195" name="Google Shape;195;p43"/>
          <p:cNvPicPr preferRelativeResize="0"/>
          <p:nvPr/>
        </p:nvPicPr>
        <p:blipFill rotWithShape="1">
          <a:blip r:embed="rId3">
            <a:alphaModFix/>
          </a:blip>
          <a:srcRect/>
          <a:stretch/>
        </p:blipFill>
        <p:spPr>
          <a:xfrm>
            <a:off x="7431900" y="273845"/>
            <a:ext cx="1329489" cy="336804"/>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96"/>
        <p:cNvGrpSpPr/>
        <p:nvPr/>
      </p:nvGrpSpPr>
      <p:grpSpPr>
        <a:xfrm>
          <a:off x="0" y="0"/>
          <a:ext cx="0" cy="0"/>
          <a:chOff x="0" y="0"/>
          <a:chExt cx="0" cy="0"/>
        </a:xfrm>
      </p:grpSpPr>
      <p:sp>
        <p:nvSpPr>
          <p:cNvPr id="197" name="Google Shape;197;p44"/>
          <p:cNvSpPr/>
          <p:nvPr/>
        </p:nvSpPr>
        <p:spPr>
          <a:xfrm>
            <a:off x="0" y="0"/>
            <a:ext cx="9144000" cy="5143500"/>
          </a:xfrm>
          <a:prstGeom prst="rect">
            <a:avLst/>
          </a:prstGeom>
          <a:solidFill>
            <a:srgbClr val="232F3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Arial"/>
              <a:buNone/>
            </a:pPr>
            <a:endParaRPr sz="1400" b="0" i="0" u="none" strike="noStrike" cap="none">
              <a:solidFill>
                <a:srgbClr val="FFFFFF"/>
              </a:solidFill>
              <a:latin typeface="Arial"/>
              <a:ea typeface="Arial"/>
              <a:cs typeface="Arial"/>
              <a:sym typeface="Arial"/>
            </a:endParaRPr>
          </a:p>
        </p:txBody>
      </p:sp>
      <p:sp>
        <p:nvSpPr>
          <p:cNvPr id="198" name="Google Shape;198;p44"/>
          <p:cNvSpPr txBox="1">
            <a:spLocks noGrp="1"/>
          </p:cNvSpPr>
          <p:nvPr>
            <p:ph type="title"/>
          </p:nvPr>
        </p:nvSpPr>
        <p:spPr>
          <a:xfrm>
            <a:off x="314325" y="2393955"/>
            <a:ext cx="85155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4500"/>
              <a:buFont typeface="Arial"/>
              <a:buNone/>
              <a:defRPr sz="45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199" name="Google Shape;199;p44"/>
          <p:cNvSpPr txBox="1">
            <a:spLocks noGrp="1"/>
          </p:cNvSpPr>
          <p:nvPr>
            <p:ph type="body" idx="1"/>
          </p:nvPr>
        </p:nvSpPr>
        <p:spPr>
          <a:xfrm>
            <a:off x="314325" y="1915767"/>
            <a:ext cx="6044700" cy="366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rgbClr val="36C2B4"/>
              </a:buClr>
              <a:buSzPts val="1500"/>
              <a:buNone/>
              <a:defRPr sz="1500" b="0">
                <a:solidFill>
                  <a:srgbClr val="36C2B4"/>
                </a:solidFill>
                <a:latin typeface="Arial"/>
                <a:ea typeface="Arial"/>
                <a:cs typeface="Arial"/>
                <a:sym typeface="Arial"/>
              </a:defRPr>
            </a:lvl1pPr>
            <a:lvl2pPr marL="914400" lvl="1" indent="-342900" algn="l" rtl="0">
              <a:lnSpc>
                <a:spcPct val="90000"/>
              </a:lnSpc>
              <a:spcBef>
                <a:spcPts val="400"/>
              </a:spcBef>
              <a:spcAft>
                <a:spcPts val="0"/>
              </a:spcAft>
              <a:buClr>
                <a:schemeClr val="lt1"/>
              </a:buClr>
              <a:buSzPts val="1800"/>
              <a:buChar char="•"/>
              <a:defRPr>
                <a:solidFill>
                  <a:schemeClr val="lt1"/>
                </a:solidFill>
              </a:defRPr>
            </a:lvl2pPr>
            <a:lvl3pPr marL="1371600" lvl="2" indent="-323850" algn="l" rtl="0">
              <a:lnSpc>
                <a:spcPct val="90000"/>
              </a:lnSpc>
              <a:spcBef>
                <a:spcPts val="400"/>
              </a:spcBef>
              <a:spcAft>
                <a:spcPts val="0"/>
              </a:spcAft>
              <a:buClr>
                <a:schemeClr val="lt1"/>
              </a:buClr>
              <a:buSzPts val="1500"/>
              <a:buChar char="•"/>
              <a:defRPr>
                <a:solidFill>
                  <a:schemeClr val="lt1"/>
                </a:solidFill>
              </a:defRPr>
            </a:lvl3pPr>
            <a:lvl4pPr marL="1828800" lvl="3" indent="-317500" algn="l" rtl="0">
              <a:lnSpc>
                <a:spcPct val="90000"/>
              </a:lnSpc>
              <a:spcBef>
                <a:spcPts val="400"/>
              </a:spcBef>
              <a:spcAft>
                <a:spcPts val="0"/>
              </a:spcAft>
              <a:buClr>
                <a:schemeClr val="lt1"/>
              </a:buClr>
              <a:buSzPts val="1400"/>
              <a:buChar char="•"/>
              <a:defRPr>
                <a:solidFill>
                  <a:schemeClr val="lt1"/>
                </a:solidFill>
              </a:defRPr>
            </a:lvl4pPr>
            <a:lvl5pPr marL="2286000" lvl="4" indent="-317500" algn="l" rtl="0">
              <a:lnSpc>
                <a:spcPct val="90000"/>
              </a:lnSpc>
              <a:spcBef>
                <a:spcPts val="400"/>
              </a:spcBef>
              <a:spcAft>
                <a:spcPts val="0"/>
              </a:spcAft>
              <a:buClr>
                <a:schemeClr val="lt1"/>
              </a:buClr>
              <a:buSzPts val="1400"/>
              <a:buChar char="•"/>
              <a:defRPr>
                <a:solidFill>
                  <a:schemeClr val="lt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00" name="Google Shape;200;p44"/>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01" name="Google Shape;201;p44"/>
          <p:cNvPicPr preferRelativeResize="0"/>
          <p:nvPr/>
        </p:nvPicPr>
        <p:blipFill rotWithShape="1">
          <a:blip r:embed="rId2">
            <a:alphaModFix/>
          </a:blip>
          <a:srcRect/>
          <a:stretch/>
        </p:blipFill>
        <p:spPr>
          <a:xfrm>
            <a:off x="7448324" y="4567379"/>
            <a:ext cx="1329492" cy="336805"/>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02"/>
        <p:cNvGrpSpPr/>
        <p:nvPr/>
      </p:nvGrpSpPr>
      <p:grpSpPr>
        <a:xfrm>
          <a:off x="0" y="0"/>
          <a:ext cx="0" cy="0"/>
          <a:chOff x="0" y="0"/>
          <a:chExt cx="0" cy="0"/>
        </a:xfrm>
      </p:grpSpPr>
      <p:sp>
        <p:nvSpPr>
          <p:cNvPr id="203" name="Google Shape;203;p4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rtl="0">
              <a:lnSpc>
                <a:spcPct val="90000"/>
              </a:lnSpc>
              <a:spcBef>
                <a:spcPts val="0"/>
              </a:spcBef>
              <a:spcAft>
                <a:spcPts val="0"/>
              </a:spcAft>
              <a:buClr>
                <a:schemeClr val="dk1"/>
              </a:buClr>
              <a:buSzPts val="2400"/>
              <a:buFont typeface="Arial"/>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04" name="Google Shape;204;p45"/>
          <p:cNvSpPr>
            <a:spLocks noGrp="1"/>
          </p:cNvSpPr>
          <p:nvPr>
            <p:ph type="pic" idx="2"/>
          </p:nvPr>
        </p:nvSpPr>
        <p:spPr>
          <a:xfrm>
            <a:off x="3887391" y="740569"/>
            <a:ext cx="4629300" cy="3655200"/>
          </a:xfrm>
          <a:prstGeom prst="rect">
            <a:avLst/>
          </a:prstGeom>
          <a:noFill/>
          <a:ln>
            <a:noFill/>
          </a:ln>
        </p:spPr>
      </p:sp>
      <p:sp>
        <p:nvSpPr>
          <p:cNvPr id="205" name="Google Shape;205;p4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1100"/>
              <a:buNone/>
              <a:defRPr sz="1100"/>
            </a:lvl2pPr>
            <a:lvl3pPr marL="1371600" lvl="2" indent="-228600" algn="l" rtl="0">
              <a:lnSpc>
                <a:spcPct val="90000"/>
              </a:lnSpc>
              <a:spcBef>
                <a:spcPts val="400"/>
              </a:spcBef>
              <a:spcAft>
                <a:spcPts val="0"/>
              </a:spcAft>
              <a:buClr>
                <a:schemeClr val="dk1"/>
              </a:buClr>
              <a:buSzPts val="900"/>
              <a:buNone/>
              <a:defRPr sz="900"/>
            </a:lvl3pPr>
            <a:lvl4pPr marL="1828800" lvl="3" indent="-228600" algn="l" rtl="0">
              <a:lnSpc>
                <a:spcPct val="90000"/>
              </a:lnSpc>
              <a:spcBef>
                <a:spcPts val="400"/>
              </a:spcBef>
              <a:spcAft>
                <a:spcPts val="0"/>
              </a:spcAft>
              <a:buClr>
                <a:schemeClr val="dk1"/>
              </a:buClr>
              <a:buSzPts val="800"/>
              <a:buNone/>
              <a:defRPr sz="800"/>
            </a:lvl4pPr>
            <a:lvl5pPr marL="2286000" lvl="4" indent="-228600" algn="l" rtl="0">
              <a:lnSpc>
                <a:spcPct val="90000"/>
              </a:lnSpc>
              <a:spcBef>
                <a:spcPts val="400"/>
              </a:spcBef>
              <a:spcAft>
                <a:spcPts val="0"/>
              </a:spcAft>
              <a:buClr>
                <a:schemeClr val="dk1"/>
              </a:buClr>
              <a:buSzPts val="800"/>
              <a:buNone/>
              <a:defRPr sz="800"/>
            </a:lvl5pPr>
            <a:lvl6pPr marL="2743200" lvl="5" indent="-228600" algn="l" rtl="0">
              <a:lnSpc>
                <a:spcPct val="90000"/>
              </a:lnSpc>
              <a:spcBef>
                <a:spcPts val="400"/>
              </a:spcBef>
              <a:spcAft>
                <a:spcPts val="0"/>
              </a:spcAft>
              <a:buClr>
                <a:schemeClr val="dk1"/>
              </a:buClr>
              <a:buSzPts val="800"/>
              <a:buNone/>
              <a:defRPr sz="800"/>
            </a:lvl6pPr>
            <a:lvl7pPr marL="3200400" lvl="6" indent="-228600" algn="l" rtl="0">
              <a:lnSpc>
                <a:spcPct val="90000"/>
              </a:lnSpc>
              <a:spcBef>
                <a:spcPts val="400"/>
              </a:spcBef>
              <a:spcAft>
                <a:spcPts val="0"/>
              </a:spcAft>
              <a:buClr>
                <a:schemeClr val="dk1"/>
              </a:buClr>
              <a:buSzPts val="800"/>
              <a:buNone/>
              <a:defRPr sz="800"/>
            </a:lvl7pPr>
            <a:lvl8pPr marL="3657600" lvl="7" indent="-228600" algn="l" rtl="0">
              <a:lnSpc>
                <a:spcPct val="90000"/>
              </a:lnSpc>
              <a:spcBef>
                <a:spcPts val="400"/>
              </a:spcBef>
              <a:spcAft>
                <a:spcPts val="0"/>
              </a:spcAft>
              <a:buClr>
                <a:schemeClr val="dk1"/>
              </a:buClr>
              <a:buSzPts val="800"/>
              <a:buNone/>
              <a:defRPr sz="800"/>
            </a:lvl8pPr>
            <a:lvl9pPr marL="4114800" lvl="8" indent="-228600" algn="l" rtl="0">
              <a:lnSpc>
                <a:spcPct val="90000"/>
              </a:lnSpc>
              <a:spcBef>
                <a:spcPts val="400"/>
              </a:spcBef>
              <a:spcAft>
                <a:spcPts val="0"/>
              </a:spcAft>
              <a:buClr>
                <a:schemeClr val="dk1"/>
              </a:buClr>
              <a:buSzPts val="800"/>
              <a:buNone/>
              <a:defRPr sz="800"/>
            </a:lvl9pPr>
          </a:lstStyle>
          <a:p>
            <a:endParaRPr/>
          </a:p>
        </p:txBody>
      </p:sp>
      <p:sp>
        <p:nvSpPr>
          <p:cNvPr id="206" name="Google Shape;206;p45"/>
          <p:cNvSpPr txBox="1">
            <a:spLocks noGrp="1"/>
          </p:cNvSpPr>
          <p:nvPr>
            <p:ph type="dt" idx="10"/>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spcBef>
                <a:spcPts val="0"/>
              </a:spcBef>
              <a:spcAft>
                <a:spcPts val="0"/>
              </a:spcAft>
              <a:buSzPts val="11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207" name="Google Shape;207;p45"/>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08" name="Google Shape;208;p45"/>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rgbClr val="888888"/>
                </a:solidFill>
                <a:latin typeface="Arial"/>
                <a:ea typeface="Arial"/>
                <a:cs typeface="Arial"/>
                <a:sym typeface="Arial"/>
              </a:defRPr>
            </a:lvl1pPr>
            <a:lvl2pPr marL="0" marR="0" lvl="1" indent="0" algn="r" rtl="0">
              <a:spcBef>
                <a:spcPts val="0"/>
              </a:spcBef>
              <a:buNone/>
              <a:defRPr sz="700" b="0" i="0" u="none" strike="noStrike" cap="none">
                <a:solidFill>
                  <a:srgbClr val="888888"/>
                </a:solidFill>
                <a:latin typeface="Arial"/>
                <a:ea typeface="Arial"/>
                <a:cs typeface="Arial"/>
                <a:sym typeface="Arial"/>
              </a:defRPr>
            </a:lvl2pPr>
            <a:lvl3pPr marL="0" marR="0" lvl="2" indent="0" algn="r" rtl="0">
              <a:spcBef>
                <a:spcPts val="0"/>
              </a:spcBef>
              <a:buNone/>
              <a:defRPr sz="700" b="0" i="0" u="none" strike="noStrike" cap="none">
                <a:solidFill>
                  <a:srgbClr val="888888"/>
                </a:solidFill>
                <a:latin typeface="Arial"/>
                <a:ea typeface="Arial"/>
                <a:cs typeface="Arial"/>
                <a:sym typeface="Arial"/>
              </a:defRPr>
            </a:lvl3pPr>
            <a:lvl4pPr marL="0" marR="0" lvl="3" indent="0" algn="r" rtl="0">
              <a:spcBef>
                <a:spcPts val="0"/>
              </a:spcBef>
              <a:buNone/>
              <a:defRPr sz="700" b="0" i="0" u="none" strike="noStrike" cap="none">
                <a:solidFill>
                  <a:srgbClr val="888888"/>
                </a:solidFill>
                <a:latin typeface="Arial"/>
                <a:ea typeface="Arial"/>
                <a:cs typeface="Arial"/>
                <a:sym typeface="Arial"/>
              </a:defRPr>
            </a:lvl4pPr>
            <a:lvl5pPr marL="0" marR="0" lvl="4" indent="0" algn="r" rtl="0">
              <a:spcBef>
                <a:spcPts val="0"/>
              </a:spcBef>
              <a:buNone/>
              <a:defRPr sz="700" b="0" i="0" u="none" strike="noStrike" cap="none">
                <a:solidFill>
                  <a:srgbClr val="888888"/>
                </a:solidFill>
                <a:latin typeface="Arial"/>
                <a:ea typeface="Arial"/>
                <a:cs typeface="Arial"/>
                <a:sym typeface="Arial"/>
              </a:defRPr>
            </a:lvl5pPr>
            <a:lvl6pPr marL="0" marR="0" lvl="5" indent="0" algn="r" rtl="0">
              <a:spcBef>
                <a:spcPts val="0"/>
              </a:spcBef>
              <a:buNone/>
              <a:defRPr sz="700" b="0" i="0" u="none" strike="noStrike" cap="none">
                <a:solidFill>
                  <a:srgbClr val="888888"/>
                </a:solidFill>
                <a:latin typeface="Arial"/>
                <a:ea typeface="Arial"/>
                <a:cs typeface="Arial"/>
                <a:sym typeface="Arial"/>
              </a:defRPr>
            </a:lvl6pPr>
            <a:lvl7pPr marL="0" marR="0" lvl="6" indent="0" algn="r" rtl="0">
              <a:spcBef>
                <a:spcPts val="0"/>
              </a:spcBef>
              <a:buNone/>
              <a:defRPr sz="700" b="0" i="0" u="none" strike="noStrike" cap="none">
                <a:solidFill>
                  <a:srgbClr val="888888"/>
                </a:solidFill>
                <a:latin typeface="Arial"/>
                <a:ea typeface="Arial"/>
                <a:cs typeface="Arial"/>
                <a:sym typeface="Arial"/>
              </a:defRPr>
            </a:lvl7pPr>
            <a:lvl8pPr marL="0" marR="0" lvl="7" indent="0" algn="r" rtl="0">
              <a:spcBef>
                <a:spcPts val="0"/>
              </a:spcBef>
              <a:buNone/>
              <a:defRPr sz="700" b="0" i="0" u="none" strike="noStrike" cap="none">
                <a:solidFill>
                  <a:srgbClr val="888888"/>
                </a:solidFill>
                <a:latin typeface="Arial"/>
                <a:ea typeface="Arial"/>
                <a:cs typeface="Arial"/>
                <a:sym typeface="Arial"/>
              </a:defRPr>
            </a:lvl8pPr>
            <a:lvl9pPr marL="0" marR="0" lvl="8" indent="0" algn="r" rtl="0">
              <a:spcBef>
                <a:spcPts val="0"/>
              </a:spcBef>
              <a:buNone/>
              <a:defRPr sz="7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ubsection Header">
  <p:cSld name="Subsection Header">
    <p:spTree>
      <p:nvGrpSpPr>
        <p:cNvPr id="1" name="Shape 209"/>
        <p:cNvGrpSpPr/>
        <p:nvPr/>
      </p:nvGrpSpPr>
      <p:grpSpPr>
        <a:xfrm>
          <a:off x="0" y="0"/>
          <a:ext cx="0" cy="0"/>
          <a:chOff x="0" y="0"/>
          <a:chExt cx="0" cy="0"/>
        </a:xfrm>
      </p:grpSpPr>
      <p:sp>
        <p:nvSpPr>
          <p:cNvPr id="210" name="Google Shape;210;p46"/>
          <p:cNvSpPr txBox="1">
            <a:spLocks noGrp="1"/>
          </p:cNvSpPr>
          <p:nvPr>
            <p:ph type="ftr" idx="11"/>
          </p:nvPr>
        </p:nvSpPr>
        <p:spPr>
          <a:xfrm>
            <a:off x="314324"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11" name="Google Shape;211;p46"/>
          <p:cNvSpPr txBox="1">
            <a:spLocks noGrp="1"/>
          </p:cNvSpPr>
          <p:nvPr>
            <p:ph type="title"/>
          </p:nvPr>
        </p:nvSpPr>
        <p:spPr>
          <a:xfrm>
            <a:off x="314325" y="2393955"/>
            <a:ext cx="85155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4500"/>
              <a:buFont typeface="Arial"/>
              <a:buNone/>
              <a:defRPr sz="4500">
                <a:solidFill>
                  <a:schemeClr val="dk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12" name="Google Shape;212;p46"/>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213" name="Google Shape;213;p46"/>
          <p:cNvPicPr preferRelativeResize="0"/>
          <p:nvPr/>
        </p:nvPicPr>
        <p:blipFill rotWithShape="1">
          <a:blip r:embed="rId2">
            <a:alphaModFix/>
          </a:blip>
          <a:srcRect l="75552" t="60519" r="3437" b="3809"/>
          <a:stretch/>
        </p:blipFill>
        <p:spPr>
          <a:xfrm rot="10800000">
            <a:off x="-2" y="-2"/>
            <a:ext cx="1701141" cy="1624578"/>
          </a:xfrm>
          <a:prstGeom prst="rect">
            <a:avLst/>
          </a:prstGeom>
          <a:noFill/>
          <a:ln>
            <a:noFill/>
          </a:ln>
        </p:spPr>
      </p:pic>
      <p:pic>
        <p:nvPicPr>
          <p:cNvPr id="214" name="Google Shape;214;p46"/>
          <p:cNvPicPr preferRelativeResize="0"/>
          <p:nvPr/>
        </p:nvPicPr>
        <p:blipFill rotWithShape="1">
          <a:blip r:embed="rId3">
            <a:alphaModFix/>
          </a:blip>
          <a:srcRect/>
          <a:stretch/>
        </p:blipFill>
        <p:spPr>
          <a:xfrm>
            <a:off x="7431900" y="273845"/>
            <a:ext cx="1329489" cy="336804"/>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15"/>
        <p:cNvGrpSpPr/>
        <p:nvPr/>
      </p:nvGrpSpPr>
      <p:grpSpPr>
        <a:xfrm>
          <a:off x="0" y="0"/>
          <a:ext cx="0" cy="0"/>
          <a:chOff x="0" y="0"/>
          <a:chExt cx="0" cy="0"/>
        </a:xfrm>
      </p:grpSpPr>
      <p:pic>
        <p:nvPicPr>
          <p:cNvPr id="216" name="Google Shape;216;p47"/>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17" name="Google Shape;217;p47"/>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18" name="Google Shape;218;p47"/>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19" name="Google Shape;219;p47"/>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20" name="Google Shape;220;p47"/>
          <p:cNvPicPr preferRelativeResize="0"/>
          <p:nvPr/>
        </p:nvPicPr>
        <p:blipFill rotWithShape="1">
          <a:blip r:embed="rId3">
            <a:alphaModFix/>
          </a:blip>
          <a:srcRect/>
          <a:stretch/>
        </p:blipFill>
        <p:spPr>
          <a:xfrm>
            <a:off x="7431899" y="273845"/>
            <a:ext cx="1329492" cy="33680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Light">
  <p:cSld name="Title Only Light">
    <p:spTree>
      <p:nvGrpSpPr>
        <p:cNvPr id="1" name="Shape 221"/>
        <p:cNvGrpSpPr/>
        <p:nvPr/>
      </p:nvGrpSpPr>
      <p:grpSpPr>
        <a:xfrm>
          <a:off x="0" y="0"/>
          <a:ext cx="0" cy="0"/>
          <a:chOff x="0" y="0"/>
          <a:chExt cx="0" cy="0"/>
        </a:xfrm>
      </p:grpSpPr>
      <p:sp>
        <p:nvSpPr>
          <p:cNvPr id="222" name="Google Shape;222;p48"/>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3000"/>
              <a:buFont typeface="Arial"/>
              <a:buNone/>
              <a:defRPr sz="3000">
                <a:solidFill>
                  <a:schemeClr val="dk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23" name="Google Shape;223;p48"/>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24" name="Google Shape;224;p48"/>
          <p:cNvPicPr preferRelativeResize="0"/>
          <p:nvPr/>
        </p:nvPicPr>
        <p:blipFill rotWithShape="1">
          <a:blip r:embed="rId2">
            <a:alphaModFix/>
          </a:blip>
          <a:srcRect/>
          <a:stretch/>
        </p:blipFill>
        <p:spPr>
          <a:xfrm>
            <a:off x="7431900" y="273844"/>
            <a:ext cx="1329489" cy="336804"/>
          </a:xfrm>
          <a:prstGeom prst="rect">
            <a:avLst/>
          </a:prstGeom>
          <a:noFill/>
          <a:ln>
            <a:noFill/>
          </a:ln>
        </p:spPr>
      </p:pic>
      <p:sp>
        <p:nvSpPr>
          <p:cNvPr id="225" name="Google Shape;225;p48"/>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226"/>
        <p:cNvGrpSpPr/>
        <p:nvPr/>
      </p:nvGrpSpPr>
      <p:grpSpPr>
        <a:xfrm>
          <a:off x="0" y="0"/>
          <a:ext cx="0" cy="0"/>
          <a:chOff x="0" y="0"/>
          <a:chExt cx="0" cy="0"/>
        </a:xfrm>
      </p:grpSpPr>
      <p:pic>
        <p:nvPicPr>
          <p:cNvPr id="227" name="Google Shape;227;p49"/>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28" name="Google Shape;228;p49"/>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29" name="Google Shape;229;p49"/>
          <p:cNvSpPr txBox="1">
            <a:spLocks noGrp="1"/>
          </p:cNvSpPr>
          <p:nvPr>
            <p:ph type="body" idx="1"/>
          </p:nvPr>
        </p:nvSpPr>
        <p:spPr>
          <a:xfrm>
            <a:off x="314325" y="1146131"/>
            <a:ext cx="4128600" cy="34866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solidFill>
                  <a:schemeClr val="dk1"/>
                </a:solidFill>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30" name="Google Shape;230;p49"/>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31" name="Google Shape;231;p49"/>
          <p:cNvSpPr txBox="1">
            <a:spLocks noGrp="1"/>
          </p:cNvSpPr>
          <p:nvPr>
            <p:ph type="body" idx="2"/>
          </p:nvPr>
        </p:nvSpPr>
        <p:spPr>
          <a:xfrm>
            <a:off x="4684734" y="1143171"/>
            <a:ext cx="4128600" cy="34866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solidFill>
                  <a:schemeClr val="dk1"/>
                </a:solidFill>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32" name="Google Shape;232;p49"/>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33" name="Google Shape;233;p49"/>
          <p:cNvPicPr preferRelativeResize="0"/>
          <p:nvPr/>
        </p:nvPicPr>
        <p:blipFill rotWithShape="1">
          <a:blip r:embed="rId3">
            <a:alphaModFix/>
          </a:blip>
          <a:srcRect/>
          <a:stretch/>
        </p:blipFill>
        <p:spPr>
          <a:xfrm>
            <a:off x="7431899" y="273844"/>
            <a:ext cx="1329492" cy="336805"/>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234"/>
        <p:cNvGrpSpPr/>
        <p:nvPr/>
      </p:nvGrpSpPr>
      <p:grpSpPr>
        <a:xfrm>
          <a:off x="0" y="0"/>
          <a:ext cx="0" cy="0"/>
          <a:chOff x="0" y="0"/>
          <a:chExt cx="0" cy="0"/>
        </a:xfrm>
      </p:grpSpPr>
      <p:pic>
        <p:nvPicPr>
          <p:cNvPr id="235" name="Google Shape;235;p50"/>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36" name="Google Shape;236;p50"/>
          <p:cNvSpPr txBox="1">
            <a:spLocks noGrp="1"/>
          </p:cNvSpPr>
          <p:nvPr>
            <p:ph type="title"/>
          </p:nvPr>
        </p:nvSpPr>
        <p:spPr>
          <a:xfrm>
            <a:off x="314326" y="273844"/>
            <a:ext cx="67782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37" name="Google Shape;237;p50"/>
          <p:cNvSpPr txBox="1">
            <a:spLocks noGrp="1"/>
          </p:cNvSpPr>
          <p:nvPr>
            <p:ph type="body" idx="1"/>
          </p:nvPr>
        </p:nvSpPr>
        <p:spPr>
          <a:xfrm>
            <a:off x="314325" y="1146131"/>
            <a:ext cx="2695200" cy="34839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lvl1pPr>
            <a:lvl2pPr marL="914400" lvl="1" indent="-342900" algn="l" rtl="0">
              <a:lnSpc>
                <a:spcPct val="90000"/>
              </a:lnSpc>
              <a:spcBef>
                <a:spcPts val="400"/>
              </a:spcBef>
              <a:spcAft>
                <a:spcPts val="0"/>
              </a:spcAft>
              <a:buClr>
                <a:schemeClr val="dk1"/>
              </a:buClr>
              <a:buSzPts val="1800"/>
              <a:buChar char="•"/>
              <a:defRPr/>
            </a:lvl2pPr>
            <a:lvl3pPr marL="1371600" lvl="2" indent="-323850" algn="l" rtl="0">
              <a:lnSpc>
                <a:spcPct val="90000"/>
              </a:lnSpc>
              <a:spcBef>
                <a:spcPts val="400"/>
              </a:spcBef>
              <a:spcAft>
                <a:spcPts val="0"/>
              </a:spcAft>
              <a:buClr>
                <a:schemeClr val="dk1"/>
              </a:buClr>
              <a:buSzPts val="15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38" name="Google Shape;238;p50"/>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39" name="Google Shape;239;p50"/>
          <p:cNvSpPr txBox="1">
            <a:spLocks noGrp="1"/>
          </p:cNvSpPr>
          <p:nvPr>
            <p:ph type="body" idx="2"/>
          </p:nvPr>
        </p:nvSpPr>
        <p:spPr>
          <a:xfrm>
            <a:off x="6130264" y="1146131"/>
            <a:ext cx="2695200" cy="34839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lvl1pPr>
            <a:lvl2pPr marL="914400" lvl="1" indent="-342900" algn="l" rtl="0">
              <a:lnSpc>
                <a:spcPct val="90000"/>
              </a:lnSpc>
              <a:spcBef>
                <a:spcPts val="400"/>
              </a:spcBef>
              <a:spcAft>
                <a:spcPts val="0"/>
              </a:spcAft>
              <a:buClr>
                <a:schemeClr val="dk1"/>
              </a:buClr>
              <a:buSzPts val="1800"/>
              <a:buChar char="•"/>
              <a:defRPr/>
            </a:lvl2pPr>
            <a:lvl3pPr marL="1371600" lvl="2" indent="-323850" algn="l" rtl="0">
              <a:lnSpc>
                <a:spcPct val="90000"/>
              </a:lnSpc>
              <a:spcBef>
                <a:spcPts val="400"/>
              </a:spcBef>
              <a:spcAft>
                <a:spcPts val="0"/>
              </a:spcAft>
              <a:buClr>
                <a:schemeClr val="dk1"/>
              </a:buClr>
              <a:buSzPts val="15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40" name="Google Shape;240;p50"/>
          <p:cNvSpPr txBox="1">
            <a:spLocks noGrp="1"/>
          </p:cNvSpPr>
          <p:nvPr>
            <p:ph type="body" idx="3"/>
          </p:nvPr>
        </p:nvSpPr>
        <p:spPr>
          <a:xfrm>
            <a:off x="3235657" y="1146131"/>
            <a:ext cx="2695200" cy="34839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lvl1pPr>
            <a:lvl2pPr marL="914400" lvl="1" indent="-342900" algn="l" rtl="0">
              <a:lnSpc>
                <a:spcPct val="90000"/>
              </a:lnSpc>
              <a:spcBef>
                <a:spcPts val="400"/>
              </a:spcBef>
              <a:spcAft>
                <a:spcPts val="0"/>
              </a:spcAft>
              <a:buClr>
                <a:schemeClr val="dk1"/>
              </a:buClr>
              <a:buSzPts val="1800"/>
              <a:buChar char="•"/>
              <a:defRPr/>
            </a:lvl2pPr>
            <a:lvl3pPr marL="1371600" lvl="2" indent="-323850" algn="l" rtl="0">
              <a:lnSpc>
                <a:spcPct val="90000"/>
              </a:lnSpc>
              <a:spcBef>
                <a:spcPts val="400"/>
              </a:spcBef>
              <a:spcAft>
                <a:spcPts val="0"/>
              </a:spcAft>
              <a:buClr>
                <a:schemeClr val="dk1"/>
              </a:buClr>
              <a:buSzPts val="15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41" name="Google Shape;241;p50"/>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42" name="Google Shape;242;p50"/>
          <p:cNvPicPr preferRelativeResize="0"/>
          <p:nvPr/>
        </p:nvPicPr>
        <p:blipFill rotWithShape="1">
          <a:blip r:embed="rId3">
            <a:alphaModFix/>
          </a:blip>
          <a:srcRect/>
          <a:stretch/>
        </p:blipFill>
        <p:spPr>
          <a:xfrm>
            <a:off x="7431899" y="273844"/>
            <a:ext cx="1329492" cy="33680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43"/>
        <p:cNvGrpSpPr/>
        <p:nvPr/>
      </p:nvGrpSpPr>
      <p:grpSpPr>
        <a:xfrm>
          <a:off x="0" y="0"/>
          <a:ext cx="0" cy="0"/>
          <a:chOff x="0" y="0"/>
          <a:chExt cx="0" cy="0"/>
        </a:xfrm>
      </p:grpSpPr>
      <p:pic>
        <p:nvPicPr>
          <p:cNvPr id="244" name="Google Shape;244;p51"/>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45" name="Google Shape;245;p51"/>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46" name="Google Shape;246;p51"/>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47" name="Google Shape;247;p51"/>
          <p:cNvSpPr txBox="1">
            <a:spLocks noGrp="1"/>
          </p:cNvSpPr>
          <p:nvPr>
            <p:ph type="body" idx="1"/>
          </p:nvPr>
        </p:nvSpPr>
        <p:spPr>
          <a:xfrm>
            <a:off x="314325" y="1531449"/>
            <a:ext cx="4128600" cy="30984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solidFill>
                  <a:schemeClr val="dk1"/>
                </a:solidFill>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48" name="Google Shape;248;p51"/>
          <p:cNvSpPr txBox="1">
            <a:spLocks noGrp="1"/>
          </p:cNvSpPr>
          <p:nvPr>
            <p:ph type="body" idx="2"/>
          </p:nvPr>
        </p:nvSpPr>
        <p:spPr>
          <a:xfrm>
            <a:off x="314326" y="1143000"/>
            <a:ext cx="4128600" cy="3885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2400"/>
              <a:buNone/>
              <a:defRPr sz="2400" b="0">
                <a:solidFill>
                  <a:schemeClr val="dk1"/>
                </a:solidFill>
                <a:latin typeface="Arial"/>
                <a:ea typeface="Arial"/>
                <a:cs typeface="Arial"/>
                <a:sym typeface="Aria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49" name="Google Shape;249;p51"/>
          <p:cNvSpPr txBox="1">
            <a:spLocks noGrp="1"/>
          </p:cNvSpPr>
          <p:nvPr>
            <p:ph type="body" idx="3"/>
          </p:nvPr>
        </p:nvSpPr>
        <p:spPr>
          <a:xfrm>
            <a:off x="4687414" y="1531449"/>
            <a:ext cx="4128600" cy="30984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solidFill>
                  <a:schemeClr val="dk1"/>
                </a:solidFill>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0" name="Google Shape;250;p51"/>
          <p:cNvSpPr txBox="1">
            <a:spLocks noGrp="1"/>
          </p:cNvSpPr>
          <p:nvPr>
            <p:ph type="body" idx="4"/>
          </p:nvPr>
        </p:nvSpPr>
        <p:spPr>
          <a:xfrm>
            <a:off x="4687414" y="1143000"/>
            <a:ext cx="4128600" cy="3885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2400"/>
              <a:buNone/>
              <a:defRPr sz="2400" b="0">
                <a:solidFill>
                  <a:schemeClr val="dk1"/>
                </a:solidFill>
                <a:latin typeface="Arial"/>
                <a:ea typeface="Arial"/>
                <a:cs typeface="Arial"/>
                <a:sym typeface="Aria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1" name="Google Shape;251;p51"/>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52" name="Google Shape;252;p51"/>
          <p:cNvPicPr preferRelativeResize="0"/>
          <p:nvPr/>
        </p:nvPicPr>
        <p:blipFill rotWithShape="1">
          <a:blip r:embed="rId3">
            <a:alphaModFix/>
          </a:blip>
          <a:srcRect/>
          <a:stretch/>
        </p:blipFill>
        <p:spPr>
          <a:xfrm>
            <a:off x="7431899" y="273844"/>
            <a:ext cx="1329492" cy="33680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53"/>
        <p:cNvGrpSpPr/>
        <p:nvPr/>
      </p:nvGrpSpPr>
      <p:grpSpPr>
        <a:xfrm>
          <a:off x="0" y="0"/>
          <a:ext cx="0" cy="0"/>
          <a:chOff x="0" y="0"/>
          <a:chExt cx="0" cy="0"/>
        </a:xfrm>
      </p:grpSpPr>
      <p:pic>
        <p:nvPicPr>
          <p:cNvPr id="254" name="Google Shape;254;p52"/>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55" name="Google Shape;255;p52"/>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56" name="Google Shape;256;p52"/>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57" name="Google Shape;257;p52"/>
          <p:cNvSpPr txBox="1">
            <a:spLocks noGrp="1"/>
          </p:cNvSpPr>
          <p:nvPr>
            <p:ph type="body" idx="1"/>
          </p:nvPr>
        </p:nvSpPr>
        <p:spPr>
          <a:xfrm>
            <a:off x="314324" y="1531449"/>
            <a:ext cx="8501700" cy="30984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chemeClr val="dk1"/>
              </a:buClr>
              <a:buSzPts val="2100"/>
              <a:buChar char="•"/>
              <a:defRPr>
                <a:solidFill>
                  <a:schemeClr val="dk1"/>
                </a:solidFill>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8" name="Google Shape;258;p52"/>
          <p:cNvSpPr txBox="1">
            <a:spLocks noGrp="1"/>
          </p:cNvSpPr>
          <p:nvPr>
            <p:ph type="body" idx="2"/>
          </p:nvPr>
        </p:nvSpPr>
        <p:spPr>
          <a:xfrm>
            <a:off x="314325" y="1143000"/>
            <a:ext cx="8501700" cy="3885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2400"/>
              <a:buNone/>
              <a:defRPr sz="2400" b="0">
                <a:solidFill>
                  <a:schemeClr val="dk1"/>
                </a:solidFill>
                <a:latin typeface="Arial"/>
                <a:ea typeface="Arial"/>
                <a:cs typeface="Arial"/>
                <a:sym typeface="Aria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9" name="Google Shape;259;p52"/>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60" name="Google Shape;260;p52"/>
          <p:cNvPicPr preferRelativeResize="0"/>
          <p:nvPr/>
        </p:nvPicPr>
        <p:blipFill rotWithShape="1">
          <a:blip r:embed="rId3">
            <a:alphaModFix/>
          </a:blip>
          <a:srcRect/>
          <a:stretch/>
        </p:blipFill>
        <p:spPr>
          <a:xfrm>
            <a:off x="7431899" y="273844"/>
            <a:ext cx="1329492" cy="336805"/>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de">
  <p:cSld name="Code">
    <p:spTree>
      <p:nvGrpSpPr>
        <p:cNvPr id="1" name="Shape 261"/>
        <p:cNvGrpSpPr/>
        <p:nvPr/>
      </p:nvGrpSpPr>
      <p:grpSpPr>
        <a:xfrm>
          <a:off x="0" y="0"/>
          <a:ext cx="0" cy="0"/>
          <a:chOff x="0" y="0"/>
          <a:chExt cx="0" cy="0"/>
        </a:xfrm>
      </p:grpSpPr>
      <p:pic>
        <p:nvPicPr>
          <p:cNvPr id="262" name="Google Shape;262;p53"/>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63" name="Google Shape;263;p53"/>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64" name="Google Shape;264;p53"/>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100"/>
              <a:buNone/>
              <a:defRPr sz="1100">
                <a:solidFill>
                  <a:schemeClr val="dk1"/>
                </a:solidFill>
                <a:latin typeface="Droid Sans Mono"/>
                <a:ea typeface="Droid Sans Mono"/>
                <a:cs typeface="Droid Sans Mono"/>
                <a:sym typeface="Droid Sans Mono"/>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65" name="Google Shape;265;p53"/>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66" name="Google Shape;266;p53"/>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67" name="Google Shape;267;p53"/>
          <p:cNvPicPr preferRelativeResize="0"/>
          <p:nvPr/>
        </p:nvPicPr>
        <p:blipFill rotWithShape="1">
          <a:blip r:embed="rId3">
            <a:alphaModFix/>
          </a:blip>
          <a:srcRect/>
          <a:stretch/>
        </p:blipFill>
        <p:spPr>
          <a:xfrm>
            <a:off x="7431899" y="273844"/>
            <a:ext cx="1329492" cy="336805"/>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Code 2 Up">
  <p:cSld name="Code 2 Up">
    <p:spTree>
      <p:nvGrpSpPr>
        <p:cNvPr id="1" name="Shape 268"/>
        <p:cNvGrpSpPr/>
        <p:nvPr/>
      </p:nvGrpSpPr>
      <p:grpSpPr>
        <a:xfrm>
          <a:off x="0" y="0"/>
          <a:ext cx="0" cy="0"/>
          <a:chOff x="0" y="0"/>
          <a:chExt cx="0" cy="0"/>
        </a:xfrm>
      </p:grpSpPr>
      <p:pic>
        <p:nvPicPr>
          <p:cNvPr id="269" name="Google Shape;269;p54"/>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70" name="Google Shape;270;p54"/>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71" name="Google Shape;271;p54"/>
          <p:cNvSpPr txBox="1">
            <a:spLocks noGrp="1"/>
          </p:cNvSpPr>
          <p:nvPr>
            <p:ph type="body" idx="1"/>
          </p:nvPr>
        </p:nvSpPr>
        <p:spPr>
          <a:xfrm>
            <a:off x="314325" y="1146131"/>
            <a:ext cx="4128600" cy="3486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100"/>
              <a:buNone/>
              <a:defRPr sz="1100">
                <a:solidFill>
                  <a:schemeClr val="dk1"/>
                </a:solidFill>
                <a:latin typeface="Droid Sans Mono"/>
                <a:ea typeface="Droid Sans Mono"/>
                <a:cs typeface="Droid Sans Mono"/>
                <a:sym typeface="Droid Sans Mono"/>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72" name="Google Shape;272;p54"/>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73" name="Google Shape;273;p54"/>
          <p:cNvSpPr txBox="1">
            <a:spLocks noGrp="1"/>
          </p:cNvSpPr>
          <p:nvPr>
            <p:ph type="body" idx="2"/>
          </p:nvPr>
        </p:nvSpPr>
        <p:spPr>
          <a:xfrm>
            <a:off x="4684734" y="1143171"/>
            <a:ext cx="4128600" cy="34866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100"/>
              <a:buNone/>
              <a:defRPr sz="1100">
                <a:solidFill>
                  <a:schemeClr val="dk1"/>
                </a:solidFill>
                <a:latin typeface="Droid Sans Mono"/>
                <a:ea typeface="Droid Sans Mono"/>
                <a:cs typeface="Droid Sans Mono"/>
                <a:sym typeface="Droid Sans Mono"/>
              </a:defRPr>
            </a:lvl1pPr>
            <a:lvl2pPr marL="914400" lvl="1" indent="-342900" algn="l" rtl="0">
              <a:lnSpc>
                <a:spcPct val="90000"/>
              </a:lnSpc>
              <a:spcBef>
                <a:spcPts val="400"/>
              </a:spcBef>
              <a:spcAft>
                <a:spcPts val="0"/>
              </a:spcAft>
              <a:buClr>
                <a:schemeClr val="dk1"/>
              </a:buClr>
              <a:buSzPts val="1800"/>
              <a:buChar char="•"/>
              <a:defRPr>
                <a:solidFill>
                  <a:schemeClr val="dk1"/>
                </a:solidFill>
              </a:defRPr>
            </a:lvl2pPr>
            <a:lvl3pPr marL="1371600" lvl="2" indent="-323850" algn="l" rtl="0">
              <a:lnSpc>
                <a:spcPct val="90000"/>
              </a:lnSpc>
              <a:spcBef>
                <a:spcPts val="400"/>
              </a:spcBef>
              <a:spcAft>
                <a:spcPts val="0"/>
              </a:spcAft>
              <a:buClr>
                <a:schemeClr val="dk1"/>
              </a:buClr>
              <a:buSzPts val="1500"/>
              <a:buChar char="•"/>
              <a:defRPr>
                <a:solidFill>
                  <a:schemeClr val="dk1"/>
                </a:solidFill>
              </a:defRPr>
            </a:lvl3pPr>
            <a:lvl4pPr marL="1828800" lvl="3" indent="-317500" algn="l" rtl="0">
              <a:lnSpc>
                <a:spcPct val="90000"/>
              </a:lnSpc>
              <a:spcBef>
                <a:spcPts val="400"/>
              </a:spcBef>
              <a:spcAft>
                <a:spcPts val="0"/>
              </a:spcAft>
              <a:buClr>
                <a:schemeClr val="dk1"/>
              </a:buClr>
              <a:buSzPts val="1400"/>
              <a:buChar char="•"/>
              <a:defRPr>
                <a:solidFill>
                  <a:schemeClr val="dk1"/>
                </a:solidFill>
              </a:defRPr>
            </a:lvl4pPr>
            <a:lvl5pPr marL="2286000" lvl="4" indent="-317500" algn="l" rtl="0">
              <a:lnSpc>
                <a:spcPct val="90000"/>
              </a:lnSpc>
              <a:spcBef>
                <a:spcPts val="400"/>
              </a:spcBef>
              <a:spcAft>
                <a:spcPts val="0"/>
              </a:spcAft>
              <a:buClr>
                <a:schemeClr val="dk1"/>
              </a:buClr>
              <a:buSzPts val="1400"/>
              <a:buChar char="•"/>
              <a:defRPr>
                <a:solidFill>
                  <a:schemeClr val="dk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74" name="Google Shape;274;p54"/>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75" name="Google Shape;275;p54"/>
          <p:cNvPicPr preferRelativeResize="0"/>
          <p:nvPr/>
        </p:nvPicPr>
        <p:blipFill rotWithShape="1">
          <a:blip r:embed="rId3">
            <a:alphaModFix/>
          </a:blip>
          <a:srcRect/>
          <a:stretch/>
        </p:blipFill>
        <p:spPr>
          <a:xfrm>
            <a:off x="7431899" y="273844"/>
            <a:ext cx="1329492" cy="33680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4 Picture">
  <p:cSld name="4 Picture">
    <p:spTree>
      <p:nvGrpSpPr>
        <p:cNvPr id="1" name="Shape 276"/>
        <p:cNvGrpSpPr/>
        <p:nvPr/>
      </p:nvGrpSpPr>
      <p:grpSpPr>
        <a:xfrm>
          <a:off x="0" y="0"/>
          <a:ext cx="0" cy="0"/>
          <a:chOff x="0" y="0"/>
          <a:chExt cx="0" cy="0"/>
        </a:xfrm>
      </p:grpSpPr>
      <p:pic>
        <p:nvPicPr>
          <p:cNvPr id="277" name="Google Shape;277;p55"/>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78" name="Google Shape;278;p55"/>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79" name="Google Shape;279;p55"/>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80" name="Google Shape;280;p55"/>
          <p:cNvSpPr txBox="1">
            <a:spLocks noGrp="1"/>
          </p:cNvSpPr>
          <p:nvPr>
            <p:ph type="body" idx="1"/>
          </p:nvPr>
        </p:nvSpPr>
        <p:spPr>
          <a:xfrm>
            <a:off x="308907" y="2845458"/>
            <a:ext cx="2014800" cy="2274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81" name="Google Shape;281;p55"/>
          <p:cNvSpPr>
            <a:spLocks noGrp="1"/>
          </p:cNvSpPr>
          <p:nvPr>
            <p:ph type="pic" idx="2"/>
          </p:nvPr>
        </p:nvSpPr>
        <p:spPr>
          <a:xfrm>
            <a:off x="314325" y="1143000"/>
            <a:ext cx="2009400" cy="1577100"/>
          </a:xfrm>
          <a:prstGeom prst="rect">
            <a:avLst/>
          </a:prstGeom>
          <a:noFill/>
          <a:ln>
            <a:noFill/>
          </a:ln>
        </p:spPr>
      </p:sp>
      <p:sp>
        <p:nvSpPr>
          <p:cNvPr id="282" name="Google Shape;282;p55"/>
          <p:cNvSpPr txBox="1">
            <a:spLocks noGrp="1"/>
          </p:cNvSpPr>
          <p:nvPr>
            <p:ph type="body" idx="3"/>
          </p:nvPr>
        </p:nvSpPr>
        <p:spPr>
          <a:xfrm>
            <a:off x="6814863" y="2845458"/>
            <a:ext cx="2014800" cy="2274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83" name="Google Shape;283;p55"/>
          <p:cNvSpPr>
            <a:spLocks noGrp="1"/>
          </p:cNvSpPr>
          <p:nvPr>
            <p:ph type="pic" idx="4"/>
          </p:nvPr>
        </p:nvSpPr>
        <p:spPr>
          <a:xfrm>
            <a:off x="6820281" y="1143000"/>
            <a:ext cx="2009400" cy="1577100"/>
          </a:xfrm>
          <a:prstGeom prst="rect">
            <a:avLst/>
          </a:prstGeom>
          <a:noFill/>
          <a:ln>
            <a:noFill/>
          </a:ln>
        </p:spPr>
      </p:sp>
      <p:sp>
        <p:nvSpPr>
          <p:cNvPr id="284" name="Google Shape;284;p55"/>
          <p:cNvSpPr txBox="1">
            <a:spLocks noGrp="1"/>
          </p:cNvSpPr>
          <p:nvPr>
            <p:ph type="body" idx="5"/>
          </p:nvPr>
        </p:nvSpPr>
        <p:spPr>
          <a:xfrm>
            <a:off x="4650583" y="2845458"/>
            <a:ext cx="2014800" cy="2274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85" name="Google Shape;285;p55"/>
          <p:cNvSpPr>
            <a:spLocks noGrp="1"/>
          </p:cNvSpPr>
          <p:nvPr>
            <p:ph type="pic" idx="6"/>
          </p:nvPr>
        </p:nvSpPr>
        <p:spPr>
          <a:xfrm>
            <a:off x="4657852" y="1143000"/>
            <a:ext cx="2009400" cy="1577100"/>
          </a:xfrm>
          <a:prstGeom prst="rect">
            <a:avLst/>
          </a:prstGeom>
          <a:noFill/>
          <a:ln>
            <a:noFill/>
          </a:ln>
        </p:spPr>
      </p:sp>
      <p:sp>
        <p:nvSpPr>
          <p:cNvPr id="286" name="Google Shape;286;p55"/>
          <p:cNvSpPr txBox="1">
            <a:spLocks noGrp="1"/>
          </p:cNvSpPr>
          <p:nvPr>
            <p:ph type="body" idx="7"/>
          </p:nvPr>
        </p:nvSpPr>
        <p:spPr>
          <a:xfrm>
            <a:off x="2486309" y="2845458"/>
            <a:ext cx="2014800" cy="2274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87" name="Google Shape;287;p55"/>
          <p:cNvSpPr>
            <a:spLocks noGrp="1"/>
          </p:cNvSpPr>
          <p:nvPr>
            <p:ph type="pic" idx="8"/>
          </p:nvPr>
        </p:nvSpPr>
        <p:spPr>
          <a:xfrm>
            <a:off x="2491727" y="1143000"/>
            <a:ext cx="2009400" cy="1577100"/>
          </a:xfrm>
          <a:prstGeom prst="rect">
            <a:avLst/>
          </a:prstGeom>
          <a:noFill/>
          <a:ln>
            <a:noFill/>
          </a:ln>
        </p:spPr>
      </p:sp>
      <p:sp>
        <p:nvSpPr>
          <p:cNvPr id="288" name="Google Shape;288;p55"/>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89" name="Google Shape;289;p55"/>
          <p:cNvPicPr preferRelativeResize="0"/>
          <p:nvPr/>
        </p:nvPicPr>
        <p:blipFill rotWithShape="1">
          <a:blip r:embed="rId3">
            <a:alphaModFix/>
          </a:blip>
          <a:srcRect/>
          <a:stretch/>
        </p:blipFill>
        <p:spPr>
          <a:xfrm>
            <a:off x="7431899" y="273844"/>
            <a:ext cx="1329492" cy="336805"/>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6 Picture">
  <p:cSld name="6 Picture">
    <p:spTree>
      <p:nvGrpSpPr>
        <p:cNvPr id="1" name="Shape 290"/>
        <p:cNvGrpSpPr/>
        <p:nvPr/>
      </p:nvGrpSpPr>
      <p:grpSpPr>
        <a:xfrm>
          <a:off x="0" y="0"/>
          <a:ext cx="0" cy="0"/>
          <a:chOff x="0" y="0"/>
          <a:chExt cx="0" cy="0"/>
        </a:xfrm>
      </p:grpSpPr>
      <p:pic>
        <p:nvPicPr>
          <p:cNvPr id="291" name="Google Shape;291;p56"/>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292" name="Google Shape;292;p56"/>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93" name="Google Shape;293;p56"/>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94" name="Google Shape;294;p56"/>
          <p:cNvSpPr txBox="1">
            <a:spLocks noGrp="1"/>
          </p:cNvSpPr>
          <p:nvPr>
            <p:ph type="body" idx="1"/>
          </p:nvPr>
        </p:nvSpPr>
        <p:spPr>
          <a:xfrm>
            <a:off x="308907" y="2584853"/>
            <a:ext cx="2714400" cy="226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95" name="Google Shape;295;p56"/>
          <p:cNvSpPr>
            <a:spLocks noGrp="1"/>
          </p:cNvSpPr>
          <p:nvPr>
            <p:ph type="pic" idx="2"/>
          </p:nvPr>
        </p:nvSpPr>
        <p:spPr>
          <a:xfrm>
            <a:off x="314325" y="1143000"/>
            <a:ext cx="2709000" cy="1316700"/>
          </a:xfrm>
          <a:prstGeom prst="rect">
            <a:avLst/>
          </a:prstGeom>
          <a:noFill/>
          <a:ln>
            <a:noFill/>
          </a:ln>
        </p:spPr>
      </p:sp>
      <p:sp>
        <p:nvSpPr>
          <p:cNvPr id="296" name="Google Shape;296;p56"/>
          <p:cNvSpPr txBox="1">
            <a:spLocks noGrp="1"/>
          </p:cNvSpPr>
          <p:nvPr>
            <p:ph type="body" idx="3"/>
          </p:nvPr>
        </p:nvSpPr>
        <p:spPr>
          <a:xfrm>
            <a:off x="6115347" y="2584853"/>
            <a:ext cx="2714400" cy="226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97" name="Google Shape;297;p56"/>
          <p:cNvSpPr>
            <a:spLocks noGrp="1"/>
          </p:cNvSpPr>
          <p:nvPr>
            <p:ph type="pic" idx="4"/>
          </p:nvPr>
        </p:nvSpPr>
        <p:spPr>
          <a:xfrm>
            <a:off x="6120765" y="1143000"/>
            <a:ext cx="2709000" cy="1316700"/>
          </a:xfrm>
          <a:prstGeom prst="rect">
            <a:avLst/>
          </a:prstGeom>
          <a:noFill/>
          <a:ln>
            <a:noFill/>
          </a:ln>
        </p:spPr>
      </p:sp>
      <p:sp>
        <p:nvSpPr>
          <p:cNvPr id="298" name="Google Shape;298;p56"/>
          <p:cNvSpPr txBox="1">
            <a:spLocks noGrp="1"/>
          </p:cNvSpPr>
          <p:nvPr>
            <p:ph type="body" idx="5"/>
          </p:nvPr>
        </p:nvSpPr>
        <p:spPr>
          <a:xfrm>
            <a:off x="3220734" y="2584853"/>
            <a:ext cx="2714400" cy="226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99" name="Google Shape;299;p56"/>
          <p:cNvSpPr>
            <a:spLocks noGrp="1"/>
          </p:cNvSpPr>
          <p:nvPr>
            <p:ph type="pic" idx="6"/>
          </p:nvPr>
        </p:nvSpPr>
        <p:spPr>
          <a:xfrm>
            <a:off x="3226152" y="1143000"/>
            <a:ext cx="2709000" cy="1316700"/>
          </a:xfrm>
          <a:prstGeom prst="rect">
            <a:avLst/>
          </a:prstGeom>
          <a:noFill/>
          <a:ln>
            <a:noFill/>
          </a:ln>
        </p:spPr>
      </p:sp>
      <p:sp>
        <p:nvSpPr>
          <p:cNvPr id="300" name="Google Shape;300;p56"/>
          <p:cNvSpPr txBox="1">
            <a:spLocks noGrp="1"/>
          </p:cNvSpPr>
          <p:nvPr>
            <p:ph type="body" idx="7"/>
          </p:nvPr>
        </p:nvSpPr>
        <p:spPr>
          <a:xfrm>
            <a:off x="308907" y="4392870"/>
            <a:ext cx="2714400" cy="226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01" name="Google Shape;301;p56"/>
          <p:cNvSpPr>
            <a:spLocks noGrp="1"/>
          </p:cNvSpPr>
          <p:nvPr>
            <p:ph type="pic" idx="8"/>
          </p:nvPr>
        </p:nvSpPr>
        <p:spPr>
          <a:xfrm>
            <a:off x="314325" y="2951017"/>
            <a:ext cx="2709000" cy="1316700"/>
          </a:xfrm>
          <a:prstGeom prst="rect">
            <a:avLst/>
          </a:prstGeom>
          <a:noFill/>
          <a:ln>
            <a:noFill/>
          </a:ln>
        </p:spPr>
      </p:sp>
      <p:sp>
        <p:nvSpPr>
          <p:cNvPr id="302" name="Google Shape;302;p56"/>
          <p:cNvSpPr txBox="1">
            <a:spLocks noGrp="1"/>
          </p:cNvSpPr>
          <p:nvPr>
            <p:ph type="body" idx="9"/>
          </p:nvPr>
        </p:nvSpPr>
        <p:spPr>
          <a:xfrm>
            <a:off x="6115347" y="4392870"/>
            <a:ext cx="2714400" cy="226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03" name="Google Shape;303;p56"/>
          <p:cNvSpPr>
            <a:spLocks noGrp="1"/>
          </p:cNvSpPr>
          <p:nvPr>
            <p:ph type="pic" idx="13"/>
          </p:nvPr>
        </p:nvSpPr>
        <p:spPr>
          <a:xfrm>
            <a:off x="6120765" y="2951017"/>
            <a:ext cx="2709000" cy="1316700"/>
          </a:xfrm>
          <a:prstGeom prst="rect">
            <a:avLst/>
          </a:prstGeom>
          <a:noFill/>
          <a:ln>
            <a:noFill/>
          </a:ln>
        </p:spPr>
      </p:sp>
      <p:sp>
        <p:nvSpPr>
          <p:cNvPr id="304" name="Google Shape;304;p56"/>
          <p:cNvSpPr txBox="1">
            <a:spLocks noGrp="1"/>
          </p:cNvSpPr>
          <p:nvPr>
            <p:ph type="body" idx="14"/>
          </p:nvPr>
        </p:nvSpPr>
        <p:spPr>
          <a:xfrm>
            <a:off x="3220734" y="4392870"/>
            <a:ext cx="2714400" cy="2262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05" name="Google Shape;305;p56"/>
          <p:cNvSpPr>
            <a:spLocks noGrp="1"/>
          </p:cNvSpPr>
          <p:nvPr>
            <p:ph type="pic" idx="15"/>
          </p:nvPr>
        </p:nvSpPr>
        <p:spPr>
          <a:xfrm>
            <a:off x="3226152" y="2951017"/>
            <a:ext cx="2709000" cy="1316700"/>
          </a:xfrm>
          <a:prstGeom prst="rect">
            <a:avLst/>
          </a:prstGeom>
          <a:noFill/>
          <a:ln>
            <a:noFill/>
          </a:ln>
        </p:spPr>
      </p:sp>
      <p:sp>
        <p:nvSpPr>
          <p:cNvPr id="306" name="Google Shape;306;p56"/>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07" name="Google Shape;307;p56"/>
          <p:cNvPicPr preferRelativeResize="0"/>
          <p:nvPr/>
        </p:nvPicPr>
        <p:blipFill rotWithShape="1">
          <a:blip r:embed="rId3">
            <a:alphaModFix/>
          </a:blip>
          <a:srcRect/>
          <a:stretch/>
        </p:blipFill>
        <p:spPr>
          <a:xfrm>
            <a:off x="7431899" y="273844"/>
            <a:ext cx="1329492" cy="33680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Icons">
  <p:cSld name="Icons">
    <p:spTree>
      <p:nvGrpSpPr>
        <p:cNvPr id="1" name="Shape 308"/>
        <p:cNvGrpSpPr/>
        <p:nvPr/>
      </p:nvGrpSpPr>
      <p:grpSpPr>
        <a:xfrm>
          <a:off x="0" y="0"/>
          <a:ext cx="0" cy="0"/>
          <a:chOff x="0" y="0"/>
          <a:chExt cx="0" cy="0"/>
        </a:xfrm>
      </p:grpSpPr>
      <p:sp>
        <p:nvSpPr>
          <p:cNvPr id="309" name="Google Shape;309;p57"/>
          <p:cNvSpPr txBox="1">
            <a:spLocks noGrp="1"/>
          </p:cNvSpPr>
          <p:nvPr>
            <p:ph type="body" idx="1"/>
          </p:nvPr>
        </p:nvSpPr>
        <p:spPr>
          <a:xfrm>
            <a:off x="308907" y="3008372"/>
            <a:ext cx="2014800" cy="2274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10" name="Google Shape;310;p57"/>
          <p:cNvSpPr>
            <a:spLocks noGrp="1"/>
          </p:cNvSpPr>
          <p:nvPr>
            <p:ph type="pic" idx="2"/>
          </p:nvPr>
        </p:nvSpPr>
        <p:spPr>
          <a:xfrm>
            <a:off x="801944" y="1969722"/>
            <a:ext cx="891600" cy="891600"/>
          </a:xfrm>
          <a:prstGeom prst="rect">
            <a:avLst/>
          </a:prstGeom>
          <a:noFill/>
          <a:ln>
            <a:noFill/>
          </a:ln>
        </p:spPr>
      </p:sp>
      <p:sp>
        <p:nvSpPr>
          <p:cNvPr id="311" name="Google Shape;311;p57"/>
          <p:cNvSpPr txBox="1">
            <a:spLocks noGrp="1"/>
          </p:cNvSpPr>
          <p:nvPr>
            <p:ph type="body" idx="3"/>
          </p:nvPr>
        </p:nvSpPr>
        <p:spPr>
          <a:xfrm>
            <a:off x="6814863" y="3008372"/>
            <a:ext cx="2014800" cy="2274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12" name="Google Shape;312;p57"/>
          <p:cNvSpPr txBox="1">
            <a:spLocks noGrp="1"/>
          </p:cNvSpPr>
          <p:nvPr>
            <p:ph type="body" idx="4"/>
          </p:nvPr>
        </p:nvSpPr>
        <p:spPr>
          <a:xfrm>
            <a:off x="4632770" y="3008372"/>
            <a:ext cx="2014800" cy="2274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13" name="Google Shape;313;p57"/>
          <p:cNvSpPr txBox="1">
            <a:spLocks noGrp="1"/>
          </p:cNvSpPr>
          <p:nvPr>
            <p:ph type="body" idx="5"/>
          </p:nvPr>
        </p:nvSpPr>
        <p:spPr>
          <a:xfrm>
            <a:off x="2486309" y="3008372"/>
            <a:ext cx="2014800" cy="227400"/>
          </a:xfrm>
          <a:prstGeom prst="rect">
            <a:avLst/>
          </a:prstGeom>
          <a:noFill/>
          <a:ln>
            <a:noFill/>
          </a:ln>
        </p:spPr>
        <p:txBody>
          <a:bodyPr spcFirstLastPara="1" wrap="square" lIns="68575" tIns="34275" rIns="68575" bIns="34275" anchor="t" anchorCtr="0">
            <a:noAutofit/>
          </a:bodyPr>
          <a:lstStyle>
            <a:lvl1pPr marL="457200" lvl="0" indent="-228600" algn="ctr" rtl="0">
              <a:lnSpc>
                <a:spcPct val="90000"/>
              </a:lnSpc>
              <a:spcBef>
                <a:spcPts val="800"/>
              </a:spcBef>
              <a:spcAft>
                <a:spcPts val="0"/>
              </a:spcAft>
              <a:buClr>
                <a:schemeClr val="dk1"/>
              </a:buClr>
              <a:buSzPts val="1500"/>
              <a:buNone/>
              <a:defRPr sz="1500" b="0"/>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14" name="Google Shape;314;p57"/>
          <p:cNvSpPr>
            <a:spLocks noGrp="1"/>
          </p:cNvSpPr>
          <p:nvPr>
            <p:ph type="pic" idx="6"/>
          </p:nvPr>
        </p:nvSpPr>
        <p:spPr>
          <a:xfrm>
            <a:off x="3037474" y="1969722"/>
            <a:ext cx="891600" cy="891600"/>
          </a:xfrm>
          <a:prstGeom prst="rect">
            <a:avLst/>
          </a:prstGeom>
          <a:noFill/>
          <a:ln>
            <a:noFill/>
          </a:ln>
        </p:spPr>
      </p:sp>
      <p:sp>
        <p:nvSpPr>
          <p:cNvPr id="315" name="Google Shape;315;p57"/>
          <p:cNvSpPr>
            <a:spLocks noGrp="1"/>
          </p:cNvSpPr>
          <p:nvPr>
            <p:ph type="pic" idx="7"/>
          </p:nvPr>
        </p:nvSpPr>
        <p:spPr>
          <a:xfrm>
            <a:off x="5183939" y="1969722"/>
            <a:ext cx="891600" cy="891600"/>
          </a:xfrm>
          <a:prstGeom prst="rect">
            <a:avLst/>
          </a:prstGeom>
          <a:noFill/>
          <a:ln>
            <a:noFill/>
          </a:ln>
        </p:spPr>
      </p:sp>
      <p:sp>
        <p:nvSpPr>
          <p:cNvPr id="316" name="Google Shape;316;p57"/>
          <p:cNvSpPr>
            <a:spLocks noGrp="1"/>
          </p:cNvSpPr>
          <p:nvPr>
            <p:ph type="pic" idx="8"/>
          </p:nvPr>
        </p:nvSpPr>
        <p:spPr>
          <a:xfrm>
            <a:off x="7330404" y="1969722"/>
            <a:ext cx="891600" cy="891600"/>
          </a:xfrm>
          <a:prstGeom prst="rect">
            <a:avLst/>
          </a:prstGeom>
          <a:noFill/>
          <a:ln>
            <a:noFill/>
          </a:ln>
        </p:spPr>
      </p:sp>
      <p:sp>
        <p:nvSpPr>
          <p:cNvPr id="317" name="Google Shape;317;p57"/>
          <p:cNvSpPr txBox="1">
            <a:spLocks noGrp="1"/>
          </p:cNvSpPr>
          <p:nvPr>
            <p:ph type="ftr" idx="11"/>
          </p:nvPr>
        </p:nvSpPr>
        <p:spPr>
          <a:xfrm>
            <a:off x="314324"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18" name="Google Shape;318;p57"/>
          <p:cNvPicPr preferRelativeResize="0"/>
          <p:nvPr/>
        </p:nvPicPr>
        <p:blipFill rotWithShape="1">
          <a:blip r:embed="rId2">
            <a:alphaModFix/>
          </a:blip>
          <a:srcRect/>
          <a:stretch/>
        </p:blipFill>
        <p:spPr>
          <a:xfrm>
            <a:off x="7431900" y="273845"/>
            <a:ext cx="1329489" cy="336804"/>
          </a:xfrm>
          <a:prstGeom prst="rect">
            <a:avLst/>
          </a:prstGeom>
          <a:noFill/>
          <a:ln>
            <a:noFill/>
          </a:ln>
        </p:spPr>
      </p:pic>
      <p:pic>
        <p:nvPicPr>
          <p:cNvPr id="319" name="Google Shape;319;p57"/>
          <p:cNvPicPr preferRelativeResize="0"/>
          <p:nvPr/>
        </p:nvPicPr>
        <p:blipFill rotWithShape="1">
          <a:blip r:embed="rId3">
            <a:alphaModFix/>
          </a:blip>
          <a:srcRect l="75552" t="60519" r="3437" b="3809"/>
          <a:stretch/>
        </p:blipFill>
        <p:spPr>
          <a:xfrm rot="10800000">
            <a:off x="-2" y="-2"/>
            <a:ext cx="1701141" cy="1624578"/>
          </a:xfrm>
          <a:prstGeom prst="rect">
            <a:avLst/>
          </a:prstGeom>
          <a:solidFill>
            <a:srgbClr val="4B7EAD"/>
          </a:solidFill>
          <a:ln>
            <a:noFill/>
          </a:ln>
        </p:spPr>
      </p:pic>
      <p:sp>
        <p:nvSpPr>
          <p:cNvPr id="320" name="Google Shape;320;p57"/>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able 1">
  <p:cSld name="Table 1">
    <p:spTree>
      <p:nvGrpSpPr>
        <p:cNvPr id="1" name="Shape 321"/>
        <p:cNvGrpSpPr/>
        <p:nvPr/>
      </p:nvGrpSpPr>
      <p:grpSpPr>
        <a:xfrm>
          <a:off x="0" y="0"/>
          <a:ext cx="0" cy="0"/>
          <a:chOff x="0" y="0"/>
          <a:chExt cx="0" cy="0"/>
        </a:xfrm>
      </p:grpSpPr>
      <p:pic>
        <p:nvPicPr>
          <p:cNvPr id="322" name="Google Shape;322;p58"/>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323" name="Google Shape;323;p58"/>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pic>
        <p:nvPicPr>
          <p:cNvPr id="324" name="Google Shape;324;p58"/>
          <p:cNvPicPr preferRelativeResize="0"/>
          <p:nvPr/>
        </p:nvPicPr>
        <p:blipFill rotWithShape="1">
          <a:blip r:embed="rId3">
            <a:alphaModFix/>
          </a:blip>
          <a:srcRect/>
          <a:stretch/>
        </p:blipFill>
        <p:spPr>
          <a:xfrm>
            <a:off x="7431899" y="273845"/>
            <a:ext cx="1329492" cy="336805"/>
          </a:xfrm>
          <a:prstGeom prst="rect">
            <a:avLst/>
          </a:prstGeom>
          <a:noFill/>
          <a:ln>
            <a:noFill/>
          </a:ln>
        </p:spPr>
      </p:pic>
      <p:sp>
        <p:nvSpPr>
          <p:cNvPr id="325" name="Google Shape;325;p58"/>
          <p:cNvSpPr txBox="1">
            <a:spLocks noGrp="1"/>
          </p:cNvSpPr>
          <p:nvPr>
            <p:ph type="ftr" idx="11"/>
          </p:nvPr>
        </p:nvSpPr>
        <p:spPr>
          <a:xfrm>
            <a:off x="314326"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graphicFrame>
        <p:nvGraphicFramePr>
          <p:cNvPr id="326" name="Google Shape;326;p58"/>
          <p:cNvGraphicFramePr/>
          <p:nvPr/>
        </p:nvGraphicFramePr>
        <p:xfrm>
          <a:off x="315034" y="1336664"/>
          <a:ext cx="8511750" cy="2951175"/>
        </p:xfrm>
        <a:graphic>
          <a:graphicData uri="http://schemas.openxmlformats.org/drawingml/2006/table">
            <a:tbl>
              <a:tblPr>
                <a:noFill/>
                <a:tableStyleId>{53206526-741B-4F28-9A6E-DE1608022911}</a:tableStyleId>
              </a:tblPr>
              <a:tblGrid>
                <a:gridCol w="1813900">
                  <a:extLst>
                    <a:ext uri="{9D8B030D-6E8A-4147-A177-3AD203B41FA5}">
                      <a16:colId xmlns:a16="http://schemas.microsoft.com/office/drawing/2014/main" val="20000"/>
                    </a:ext>
                  </a:extLst>
                </a:gridCol>
                <a:gridCol w="6697850">
                  <a:extLst>
                    <a:ext uri="{9D8B030D-6E8A-4147-A177-3AD203B41FA5}">
                      <a16:colId xmlns:a16="http://schemas.microsoft.com/office/drawing/2014/main" val="20001"/>
                    </a:ext>
                  </a:extLst>
                </a:gridCol>
              </a:tblGrid>
              <a:tr h="542850">
                <a:tc>
                  <a:txBody>
                    <a:bodyPr/>
                    <a:lstStyle/>
                    <a:p>
                      <a:pPr marL="0" marR="0" lvl="0" indent="0" algn="l" rtl="0">
                        <a:spcBef>
                          <a:spcPts val="0"/>
                        </a:spcBef>
                        <a:spcAft>
                          <a:spcPts val="0"/>
                        </a:spcAft>
                        <a:buNone/>
                      </a:pPr>
                      <a:endParaRPr sz="2100" b="0" i="0">
                        <a:solidFill>
                          <a:schemeClr val="lt1"/>
                        </a:solidFill>
                        <a:latin typeface="Arial"/>
                        <a:ea typeface="Arial"/>
                        <a:cs typeface="Arial"/>
                        <a:sym typeface="Arial"/>
                      </a:endParaRPr>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FFFFFF"/>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extLst>
                  <a:ext uri="{0D108BD9-81ED-4DB2-BD59-A6C34878D82A}">
                    <a16:rowId xmlns:a16="http://schemas.microsoft.com/office/drawing/2014/main" val="10001"/>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extLst>
                  <a:ext uri="{0D108BD9-81ED-4DB2-BD59-A6C34878D82A}">
                    <a16:rowId xmlns:a16="http://schemas.microsoft.com/office/drawing/2014/main" val="10003"/>
                  </a:ext>
                </a:extLst>
              </a:tr>
            </a:tbl>
          </a:graphicData>
        </a:graphic>
      </p:graphicFrame>
      <p:sp>
        <p:nvSpPr>
          <p:cNvPr id="327" name="Google Shape;327;p58"/>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able 2">
  <p:cSld name="Table 2">
    <p:spTree>
      <p:nvGrpSpPr>
        <p:cNvPr id="1" name="Shape 328"/>
        <p:cNvGrpSpPr/>
        <p:nvPr/>
      </p:nvGrpSpPr>
      <p:grpSpPr>
        <a:xfrm>
          <a:off x="0" y="0"/>
          <a:ext cx="0" cy="0"/>
          <a:chOff x="0" y="0"/>
          <a:chExt cx="0" cy="0"/>
        </a:xfrm>
      </p:grpSpPr>
      <p:pic>
        <p:nvPicPr>
          <p:cNvPr id="329" name="Google Shape;329;p59"/>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330" name="Google Shape;330;p59"/>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331" name="Google Shape;331;p59"/>
          <p:cNvSpPr txBox="1">
            <a:spLocks noGrp="1"/>
          </p:cNvSpPr>
          <p:nvPr>
            <p:ph type="ftr" idx="11"/>
          </p:nvPr>
        </p:nvSpPr>
        <p:spPr>
          <a:xfrm>
            <a:off x="314326"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graphicFrame>
        <p:nvGraphicFramePr>
          <p:cNvPr id="332" name="Google Shape;332;p59"/>
          <p:cNvGraphicFramePr/>
          <p:nvPr/>
        </p:nvGraphicFramePr>
        <p:xfrm>
          <a:off x="315034" y="1336664"/>
          <a:ext cx="8515400" cy="2951175"/>
        </p:xfrm>
        <a:graphic>
          <a:graphicData uri="http://schemas.openxmlformats.org/drawingml/2006/table">
            <a:tbl>
              <a:tblPr>
                <a:noFill/>
                <a:tableStyleId>{53206526-741B-4F28-9A6E-DE1608022911}</a:tableStyleId>
              </a:tblPr>
              <a:tblGrid>
                <a:gridCol w="1813900">
                  <a:extLst>
                    <a:ext uri="{9D8B030D-6E8A-4147-A177-3AD203B41FA5}">
                      <a16:colId xmlns:a16="http://schemas.microsoft.com/office/drawing/2014/main" val="20000"/>
                    </a:ext>
                  </a:extLst>
                </a:gridCol>
                <a:gridCol w="3350750">
                  <a:extLst>
                    <a:ext uri="{9D8B030D-6E8A-4147-A177-3AD203B41FA5}">
                      <a16:colId xmlns:a16="http://schemas.microsoft.com/office/drawing/2014/main" val="20001"/>
                    </a:ext>
                  </a:extLst>
                </a:gridCol>
                <a:gridCol w="3350750">
                  <a:extLst>
                    <a:ext uri="{9D8B030D-6E8A-4147-A177-3AD203B41FA5}">
                      <a16:colId xmlns:a16="http://schemas.microsoft.com/office/drawing/2014/main" val="20002"/>
                    </a:ext>
                  </a:extLst>
                </a:gridCol>
              </a:tblGrid>
              <a:tr h="542850">
                <a:tc>
                  <a:txBody>
                    <a:bodyPr/>
                    <a:lstStyle/>
                    <a:p>
                      <a:pPr marL="0" marR="0" lvl="0" indent="0" algn="l" rtl="0">
                        <a:spcBef>
                          <a:spcPts val="0"/>
                        </a:spcBef>
                        <a:spcAft>
                          <a:spcPts val="0"/>
                        </a:spcAft>
                        <a:buNone/>
                      </a:pPr>
                      <a:endParaRPr sz="2100" b="0" i="0">
                        <a:solidFill>
                          <a:schemeClr val="lt1"/>
                        </a:solidFill>
                        <a:latin typeface="Arial"/>
                        <a:ea typeface="Arial"/>
                        <a:cs typeface="Arial"/>
                        <a:sym typeface="Arial"/>
                      </a:endParaRPr>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19050" cap="flat" cmpd="sng">
                      <a:solidFill>
                        <a:srgbClr val="FFFFF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2"/>
                    </a:solidFill>
                  </a:tcPr>
                </a:tc>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1905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FFFFFF"/>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extLst>
                  <a:ext uri="{0D108BD9-81ED-4DB2-BD59-A6C34878D82A}">
                    <a16:rowId xmlns:a16="http://schemas.microsoft.com/office/drawing/2014/main" val="10001"/>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extLst>
                  <a:ext uri="{0D108BD9-81ED-4DB2-BD59-A6C34878D82A}">
                    <a16:rowId xmlns:a16="http://schemas.microsoft.com/office/drawing/2014/main" val="10003"/>
                  </a:ext>
                </a:extLst>
              </a:tr>
            </a:tbl>
          </a:graphicData>
        </a:graphic>
      </p:graphicFrame>
      <p:sp>
        <p:nvSpPr>
          <p:cNvPr id="333" name="Google Shape;333;p59"/>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334" name="Google Shape;334;p59"/>
          <p:cNvPicPr preferRelativeResize="0"/>
          <p:nvPr/>
        </p:nvPicPr>
        <p:blipFill rotWithShape="1">
          <a:blip r:embed="rId3">
            <a:alphaModFix/>
          </a:blip>
          <a:srcRect/>
          <a:stretch/>
        </p:blipFill>
        <p:spPr>
          <a:xfrm>
            <a:off x="7431899" y="273845"/>
            <a:ext cx="1329492" cy="33680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able 3">
  <p:cSld name="Table 3">
    <p:spTree>
      <p:nvGrpSpPr>
        <p:cNvPr id="1" name="Shape 335"/>
        <p:cNvGrpSpPr/>
        <p:nvPr/>
      </p:nvGrpSpPr>
      <p:grpSpPr>
        <a:xfrm>
          <a:off x="0" y="0"/>
          <a:ext cx="0" cy="0"/>
          <a:chOff x="0" y="0"/>
          <a:chExt cx="0" cy="0"/>
        </a:xfrm>
      </p:grpSpPr>
      <p:graphicFrame>
        <p:nvGraphicFramePr>
          <p:cNvPr id="336" name="Google Shape;336;p60"/>
          <p:cNvGraphicFramePr/>
          <p:nvPr/>
        </p:nvGraphicFramePr>
        <p:xfrm>
          <a:off x="314326" y="1336664"/>
          <a:ext cx="8516075" cy="2951175"/>
        </p:xfrm>
        <a:graphic>
          <a:graphicData uri="http://schemas.openxmlformats.org/drawingml/2006/table">
            <a:tbl>
              <a:tblPr>
                <a:noFill/>
                <a:tableStyleId>{53206526-741B-4F28-9A6E-DE1608022911}</a:tableStyleId>
              </a:tblPr>
              <a:tblGrid>
                <a:gridCol w="1814525">
                  <a:extLst>
                    <a:ext uri="{9D8B030D-6E8A-4147-A177-3AD203B41FA5}">
                      <a16:colId xmlns:a16="http://schemas.microsoft.com/office/drawing/2014/main" val="20000"/>
                    </a:ext>
                  </a:extLst>
                </a:gridCol>
                <a:gridCol w="2233850">
                  <a:extLst>
                    <a:ext uri="{9D8B030D-6E8A-4147-A177-3AD203B41FA5}">
                      <a16:colId xmlns:a16="http://schemas.microsoft.com/office/drawing/2014/main" val="20001"/>
                    </a:ext>
                  </a:extLst>
                </a:gridCol>
                <a:gridCol w="2233850">
                  <a:extLst>
                    <a:ext uri="{9D8B030D-6E8A-4147-A177-3AD203B41FA5}">
                      <a16:colId xmlns:a16="http://schemas.microsoft.com/office/drawing/2014/main" val="20002"/>
                    </a:ext>
                  </a:extLst>
                </a:gridCol>
                <a:gridCol w="2233850">
                  <a:extLst>
                    <a:ext uri="{9D8B030D-6E8A-4147-A177-3AD203B41FA5}">
                      <a16:colId xmlns:a16="http://schemas.microsoft.com/office/drawing/2014/main" val="20003"/>
                    </a:ext>
                  </a:extLst>
                </a:gridCol>
              </a:tblGrid>
              <a:tr h="542850">
                <a:tc>
                  <a:txBody>
                    <a:bodyPr/>
                    <a:lstStyle/>
                    <a:p>
                      <a:pPr marL="0" marR="0" lvl="0" indent="0" algn="l" rtl="0">
                        <a:spcBef>
                          <a:spcPts val="0"/>
                        </a:spcBef>
                        <a:spcAft>
                          <a:spcPts val="0"/>
                        </a:spcAft>
                        <a:buNone/>
                      </a:pPr>
                      <a:endParaRPr sz="2100" b="0" i="0">
                        <a:solidFill>
                          <a:schemeClr val="lt1"/>
                        </a:solidFill>
                        <a:latin typeface="Arial"/>
                        <a:ea typeface="Arial"/>
                        <a:cs typeface="Arial"/>
                        <a:sym typeface="Arial"/>
                      </a:endParaRPr>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19050" cap="flat" cmpd="sng">
                      <a:solidFill>
                        <a:srgbClr val="FFFFF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2"/>
                    </a:solidFill>
                  </a:tcPr>
                </a:tc>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2"/>
                    </a:solidFill>
                  </a:tcPr>
                </a:tc>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19050" cap="flat" cmpd="sng">
                      <a:solidFill>
                        <a:srgbClr val="FFFFF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FFFFFF"/>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extLst>
                  <a:ext uri="{0D108BD9-81ED-4DB2-BD59-A6C34878D82A}">
                    <a16:rowId xmlns:a16="http://schemas.microsoft.com/office/drawing/2014/main" val="10001"/>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FFFFFF"/>
                      </a:solidFill>
                      <a:prstDash val="solid"/>
                      <a:round/>
                      <a:headEnd type="none" w="sm" len="sm"/>
                      <a:tailEnd type="none" w="sm" len="sm"/>
                    </a:lnT>
                    <a:lnB w="19050" cap="flat" cmpd="sng">
                      <a:solidFill>
                        <a:srgbClr val="FFFFFF"/>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802775">
                <a:tc>
                  <a:txBody>
                    <a:bodyPr/>
                    <a:lstStyle/>
                    <a:p>
                      <a:pPr marL="0" marR="0" lvl="0" indent="0" algn="l" rtl="0">
                        <a:spcBef>
                          <a:spcPts val="0"/>
                        </a:spcBef>
                        <a:spcAft>
                          <a:spcPts val="0"/>
                        </a:spcAft>
                        <a:buNone/>
                      </a:pPr>
                      <a:r>
                        <a:rPr lang="en-GB" sz="2100" b="0" i="0">
                          <a:solidFill>
                            <a:schemeClr val="lt1"/>
                          </a:solidFill>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FFFFFF"/>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tc>
                  <a:txBody>
                    <a:bodyPr/>
                    <a:lstStyle/>
                    <a:p>
                      <a:pPr marL="0" marR="0" lvl="0" indent="0" algn="l" rtl="0">
                        <a:spcBef>
                          <a:spcPts val="0"/>
                        </a:spcBef>
                        <a:spcAft>
                          <a:spcPts val="0"/>
                        </a:spcAft>
                        <a:buNone/>
                      </a:pPr>
                      <a:r>
                        <a:rPr lang="en-GB" sz="1800" b="0" i="0">
                          <a:latin typeface="Arial"/>
                          <a:ea typeface="Arial"/>
                          <a:cs typeface="Arial"/>
                          <a:sym typeface="Arial"/>
                        </a:rPr>
                        <a:t>Placeholder</a:t>
                      </a:r>
                      <a:endParaRPr sz="1100"/>
                    </a:p>
                  </a:txBody>
                  <a:tcPr marL="137150" marR="686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9E9E9"/>
                    </a:solidFill>
                  </a:tcPr>
                </a:tc>
                <a:extLst>
                  <a:ext uri="{0D108BD9-81ED-4DB2-BD59-A6C34878D82A}">
                    <a16:rowId xmlns:a16="http://schemas.microsoft.com/office/drawing/2014/main" val="10003"/>
                  </a:ext>
                </a:extLst>
              </a:tr>
            </a:tbl>
          </a:graphicData>
        </a:graphic>
      </p:graphicFrame>
      <p:pic>
        <p:nvPicPr>
          <p:cNvPr id="337" name="Google Shape;337;p60"/>
          <p:cNvPicPr preferRelativeResize="0"/>
          <p:nvPr/>
        </p:nvPicPr>
        <p:blipFill rotWithShape="1">
          <a:blip r:embed="rId2">
            <a:alphaModFix/>
          </a:blip>
          <a:srcRect/>
          <a:stretch/>
        </p:blipFill>
        <p:spPr>
          <a:xfrm>
            <a:off x="1852" y="4"/>
            <a:ext cx="9141713" cy="857250"/>
          </a:xfrm>
          <a:prstGeom prst="rect">
            <a:avLst/>
          </a:prstGeom>
          <a:noFill/>
          <a:ln>
            <a:noFill/>
          </a:ln>
        </p:spPr>
      </p:pic>
      <p:sp>
        <p:nvSpPr>
          <p:cNvPr id="338" name="Google Shape;338;p60"/>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000"/>
              <a:buFont typeface="Arial"/>
              <a:buNone/>
              <a:defRPr sz="30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339" name="Google Shape;339;p60"/>
          <p:cNvSpPr txBox="1">
            <a:spLocks noGrp="1"/>
          </p:cNvSpPr>
          <p:nvPr>
            <p:ph type="ftr" idx="11"/>
          </p:nvPr>
        </p:nvSpPr>
        <p:spPr>
          <a:xfrm>
            <a:off x="314326"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40" name="Google Shape;340;p60"/>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341" name="Google Shape;341;p60"/>
          <p:cNvPicPr preferRelativeResize="0"/>
          <p:nvPr/>
        </p:nvPicPr>
        <p:blipFill rotWithShape="1">
          <a:blip r:embed="rId3">
            <a:alphaModFix/>
          </a:blip>
          <a:srcRect/>
          <a:stretch/>
        </p:blipFill>
        <p:spPr>
          <a:xfrm>
            <a:off x="7431899" y="273845"/>
            <a:ext cx="1329492" cy="33680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Diagram">
  <p:cSld name="Diagram">
    <p:spTree>
      <p:nvGrpSpPr>
        <p:cNvPr id="1" name="Shape 342"/>
        <p:cNvGrpSpPr/>
        <p:nvPr/>
      </p:nvGrpSpPr>
      <p:grpSpPr>
        <a:xfrm>
          <a:off x="0" y="0"/>
          <a:ext cx="0" cy="0"/>
          <a:chOff x="0" y="0"/>
          <a:chExt cx="0" cy="0"/>
        </a:xfrm>
      </p:grpSpPr>
      <p:sp>
        <p:nvSpPr>
          <p:cNvPr id="343" name="Google Shape;343;p61"/>
          <p:cNvSpPr txBox="1">
            <a:spLocks noGrp="1"/>
          </p:cNvSpPr>
          <p:nvPr>
            <p:ph type="ftr" idx="11"/>
          </p:nvPr>
        </p:nvSpPr>
        <p:spPr>
          <a:xfrm>
            <a:off x="314324"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888888"/>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44" name="Google Shape;344;p61"/>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345" name="Google Shape;345;p61"/>
          <p:cNvPicPr preferRelativeResize="0"/>
          <p:nvPr/>
        </p:nvPicPr>
        <p:blipFill rotWithShape="1">
          <a:blip r:embed="rId2">
            <a:alphaModFix/>
          </a:blip>
          <a:srcRect/>
          <a:stretch/>
        </p:blipFill>
        <p:spPr>
          <a:xfrm>
            <a:off x="7431900" y="273844"/>
            <a:ext cx="1329489" cy="33680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Case Study">
  <p:cSld name="Case Study">
    <p:spTree>
      <p:nvGrpSpPr>
        <p:cNvPr id="1" name="Shape 346"/>
        <p:cNvGrpSpPr/>
        <p:nvPr/>
      </p:nvGrpSpPr>
      <p:grpSpPr>
        <a:xfrm>
          <a:off x="0" y="0"/>
          <a:ext cx="0" cy="0"/>
          <a:chOff x="0" y="0"/>
          <a:chExt cx="0" cy="0"/>
        </a:xfrm>
      </p:grpSpPr>
      <p:sp>
        <p:nvSpPr>
          <p:cNvPr id="347" name="Google Shape;347;p62"/>
          <p:cNvSpPr txBox="1">
            <a:spLocks noGrp="1"/>
          </p:cNvSpPr>
          <p:nvPr>
            <p:ph type="title"/>
          </p:nvPr>
        </p:nvSpPr>
        <p:spPr>
          <a:xfrm>
            <a:off x="314325" y="273844"/>
            <a:ext cx="62238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3000"/>
              <a:buFont typeface="Arial"/>
              <a:buNone/>
              <a:defRPr sz="3000">
                <a:solidFill>
                  <a:schemeClr val="dk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348" name="Google Shape;348;p62"/>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a:solidFill>
                  <a:srgbClr val="888888"/>
                </a:solidFill>
                <a:latin typeface="Arial"/>
                <a:ea typeface="Arial"/>
                <a:cs typeface="Arial"/>
                <a:sym typeface="Arial"/>
              </a:defRPr>
            </a:lvl1pPr>
            <a:lvl2pPr marL="0" marR="0" lvl="1" indent="0" algn="r" rtl="0">
              <a:spcBef>
                <a:spcPts val="0"/>
              </a:spcBef>
              <a:buNone/>
              <a:defRPr sz="700" b="0" i="0">
                <a:solidFill>
                  <a:srgbClr val="888888"/>
                </a:solidFill>
                <a:latin typeface="Arial"/>
                <a:ea typeface="Arial"/>
                <a:cs typeface="Arial"/>
                <a:sym typeface="Arial"/>
              </a:defRPr>
            </a:lvl2pPr>
            <a:lvl3pPr marL="0" marR="0" lvl="2" indent="0" algn="r" rtl="0">
              <a:spcBef>
                <a:spcPts val="0"/>
              </a:spcBef>
              <a:buNone/>
              <a:defRPr sz="700" b="0" i="0">
                <a:solidFill>
                  <a:srgbClr val="888888"/>
                </a:solidFill>
                <a:latin typeface="Arial"/>
                <a:ea typeface="Arial"/>
                <a:cs typeface="Arial"/>
                <a:sym typeface="Arial"/>
              </a:defRPr>
            </a:lvl3pPr>
            <a:lvl4pPr marL="0" marR="0" lvl="3" indent="0" algn="r" rtl="0">
              <a:spcBef>
                <a:spcPts val="0"/>
              </a:spcBef>
              <a:buNone/>
              <a:defRPr sz="700" b="0" i="0">
                <a:solidFill>
                  <a:srgbClr val="888888"/>
                </a:solidFill>
                <a:latin typeface="Arial"/>
                <a:ea typeface="Arial"/>
                <a:cs typeface="Arial"/>
                <a:sym typeface="Arial"/>
              </a:defRPr>
            </a:lvl4pPr>
            <a:lvl5pPr marL="0" marR="0" lvl="4" indent="0" algn="r" rtl="0">
              <a:spcBef>
                <a:spcPts val="0"/>
              </a:spcBef>
              <a:buNone/>
              <a:defRPr sz="700" b="0" i="0">
                <a:solidFill>
                  <a:srgbClr val="888888"/>
                </a:solidFill>
                <a:latin typeface="Arial"/>
                <a:ea typeface="Arial"/>
                <a:cs typeface="Arial"/>
                <a:sym typeface="Arial"/>
              </a:defRPr>
            </a:lvl5pPr>
            <a:lvl6pPr marL="0" marR="0" lvl="5" indent="0" algn="r" rtl="0">
              <a:spcBef>
                <a:spcPts val="0"/>
              </a:spcBef>
              <a:buNone/>
              <a:defRPr sz="700" b="0" i="0">
                <a:solidFill>
                  <a:srgbClr val="888888"/>
                </a:solidFill>
                <a:latin typeface="Arial"/>
                <a:ea typeface="Arial"/>
                <a:cs typeface="Arial"/>
                <a:sym typeface="Arial"/>
              </a:defRPr>
            </a:lvl6pPr>
            <a:lvl7pPr marL="0" marR="0" lvl="6" indent="0" algn="r" rtl="0">
              <a:spcBef>
                <a:spcPts val="0"/>
              </a:spcBef>
              <a:buNone/>
              <a:defRPr sz="700" b="0" i="0">
                <a:solidFill>
                  <a:srgbClr val="888888"/>
                </a:solidFill>
                <a:latin typeface="Arial"/>
                <a:ea typeface="Arial"/>
                <a:cs typeface="Arial"/>
                <a:sym typeface="Arial"/>
              </a:defRPr>
            </a:lvl7pPr>
            <a:lvl8pPr marL="0" marR="0" lvl="7" indent="0" algn="r" rtl="0">
              <a:spcBef>
                <a:spcPts val="0"/>
              </a:spcBef>
              <a:buNone/>
              <a:defRPr sz="700" b="0" i="0">
                <a:solidFill>
                  <a:srgbClr val="888888"/>
                </a:solidFill>
                <a:latin typeface="Arial"/>
                <a:ea typeface="Arial"/>
                <a:cs typeface="Arial"/>
                <a:sym typeface="Arial"/>
              </a:defRPr>
            </a:lvl8pPr>
            <a:lvl9pPr marL="0" marR="0" lvl="8" indent="0" algn="r" rtl="0">
              <a:spcBef>
                <a:spcPts val="0"/>
              </a:spcBef>
              <a:buNone/>
              <a:defRPr sz="700" b="0" i="0">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49" name="Google Shape;349;p62"/>
          <p:cNvSpPr txBox="1">
            <a:spLocks noGrp="1"/>
          </p:cNvSpPr>
          <p:nvPr>
            <p:ph type="body" idx="1"/>
          </p:nvPr>
        </p:nvSpPr>
        <p:spPr>
          <a:xfrm>
            <a:off x="4575759" y="3277946"/>
            <a:ext cx="1992300" cy="1409400"/>
          </a:xfrm>
          <a:prstGeom prst="rect">
            <a:avLst/>
          </a:prstGeom>
          <a:noFill/>
          <a:ln>
            <a:noFill/>
          </a:ln>
        </p:spPr>
        <p:txBody>
          <a:bodyPr spcFirstLastPara="1" wrap="square" lIns="68575" tIns="34275" rIns="68575" bIns="34275" anchor="t" anchorCtr="0">
            <a:normAutofit/>
          </a:bodyPr>
          <a:lstStyle>
            <a:lvl1pPr marL="457200" lvl="0" indent="-228600" algn="l" rtl="0">
              <a:lnSpc>
                <a:spcPct val="100000"/>
              </a:lnSpc>
              <a:spcBef>
                <a:spcPts val="800"/>
              </a:spcBef>
              <a:spcAft>
                <a:spcPts val="0"/>
              </a:spcAft>
              <a:buClr>
                <a:schemeClr val="dk1"/>
              </a:buClr>
              <a:buSzPts val="1400"/>
              <a:buNone/>
              <a:defRPr sz="1400"/>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50" name="Google Shape;350;p62"/>
          <p:cNvSpPr txBox="1">
            <a:spLocks noGrp="1"/>
          </p:cNvSpPr>
          <p:nvPr>
            <p:ph type="body" idx="2"/>
          </p:nvPr>
        </p:nvSpPr>
        <p:spPr>
          <a:xfrm>
            <a:off x="2457209" y="3277946"/>
            <a:ext cx="1992300" cy="1409400"/>
          </a:xfrm>
          <a:prstGeom prst="rect">
            <a:avLst/>
          </a:prstGeom>
          <a:noFill/>
          <a:ln>
            <a:noFill/>
          </a:ln>
        </p:spPr>
        <p:txBody>
          <a:bodyPr spcFirstLastPara="1" wrap="square" lIns="68575" tIns="34275" rIns="68575" bIns="34275" anchor="t" anchorCtr="0">
            <a:normAutofit/>
          </a:bodyPr>
          <a:lstStyle>
            <a:lvl1pPr marL="457200" lvl="0" indent="-228600" algn="l" rtl="0">
              <a:lnSpc>
                <a:spcPct val="100000"/>
              </a:lnSpc>
              <a:spcBef>
                <a:spcPts val="800"/>
              </a:spcBef>
              <a:spcAft>
                <a:spcPts val="0"/>
              </a:spcAft>
              <a:buClr>
                <a:schemeClr val="dk1"/>
              </a:buClr>
              <a:buSzPts val="1400"/>
              <a:buNone/>
              <a:defRPr sz="1400"/>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51" name="Google Shape;351;p62"/>
          <p:cNvSpPr txBox="1">
            <a:spLocks noGrp="1"/>
          </p:cNvSpPr>
          <p:nvPr>
            <p:ph type="body" idx="3"/>
          </p:nvPr>
        </p:nvSpPr>
        <p:spPr>
          <a:xfrm>
            <a:off x="332941" y="2931143"/>
            <a:ext cx="1992300" cy="2928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rgbClr val="36C2B4"/>
              </a:buClr>
              <a:buSzPts val="1500"/>
              <a:buNone/>
              <a:defRPr sz="1500" b="0">
                <a:solidFill>
                  <a:srgbClr val="36C2B4"/>
                </a:solidFill>
                <a:latin typeface="Arial"/>
                <a:ea typeface="Arial"/>
                <a:cs typeface="Arial"/>
                <a:sym typeface="Arial"/>
              </a:defRPr>
            </a:lvl1pPr>
            <a:lvl2pPr marL="914400" lvl="1" indent="-342900" algn="l" rtl="0">
              <a:lnSpc>
                <a:spcPct val="90000"/>
              </a:lnSpc>
              <a:spcBef>
                <a:spcPts val="400"/>
              </a:spcBef>
              <a:spcAft>
                <a:spcPts val="0"/>
              </a:spcAft>
              <a:buClr>
                <a:schemeClr val="lt1"/>
              </a:buClr>
              <a:buSzPts val="1800"/>
              <a:buChar char="•"/>
              <a:defRPr>
                <a:solidFill>
                  <a:schemeClr val="lt1"/>
                </a:solidFill>
              </a:defRPr>
            </a:lvl2pPr>
            <a:lvl3pPr marL="1371600" lvl="2" indent="-323850" algn="l" rtl="0">
              <a:lnSpc>
                <a:spcPct val="90000"/>
              </a:lnSpc>
              <a:spcBef>
                <a:spcPts val="400"/>
              </a:spcBef>
              <a:spcAft>
                <a:spcPts val="0"/>
              </a:spcAft>
              <a:buClr>
                <a:schemeClr val="lt1"/>
              </a:buClr>
              <a:buSzPts val="1500"/>
              <a:buChar char="•"/>
              <a:defRPr>
                <a:solidFill>
                  <a:schemeClr val="lt1"/>
                </a:solidFill>
              </a:defRPr>
            </a:lvl3pPr>
            <a:lvl4pPr marL="1828800" lvl="3" indent="-317500" algn="l" rtl="0">
              <a:lnSpc>
                <a:spcPct val="90000"/>
              </a:lnSpc>
              <a:spcBef>
                <a:spcPts val="400"/>
              </a:spcBef>
              <a:spcAft>
                <a:spcPts val="0"/>
              </a:spcAft>
              <a:buClr>
                <a:schemeClr val="lt1"/>
              </a:buClr>
              <a:buSzPts val="1400"/>
              <a:buChar char="•"/>
              <a:defRPr>
                <a:solidFill>
                  <a:schemeClr val="lt1"/>
                </a:solidFill>
              </a:defRPr>
            </a:lvl4pPr>
            <a:lvl5pPr marL="2286000" lvl="4" indent="-317500" algn="l" rtl="0">
              <a:lnSpc>
                <a:spcPct val="90000"/>
              </a:lnSpc>
              <a:spcBef>
                <a:spcPts val="400"/>
              </a:spcBef>
              <a:spcAft>
                <a:spcPts val="0"/>
              </a:spcAft>
              <a:buClr>
                <a:schemeClr val="lt1"/>
              </a:buClr>
              <a:buSzPts val="1400"/>
              <a:buChar char="•"/>
              <a:defRPr>
                <a:solidFill>
                  <a:schemeClr val="lt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52" name="Google Shape;352;p62"/>
          <p:cNvSpPr txBox="1">
            <a:spLocks noGrp="1"/>
          </p:cNvSpPr>
          <p:nvPr>
            <p:ph type="body" idx="4"/>
          </p:nvPr>
        </p:nvSpPr>
        <p:spPr>
          <a:xfrm>
            <a:off x="332942" y="3277946"/>
            <a:ext cx="1992300" cy="1409400"/>
          </a:xfrm>
          <a:prstGeom prst="rect">
            <a:avLst/>
          </a:prstGeom>
          <a:noFill/>
          <a:ln>
            <a:noFill/>
          </a:ln>
        </p:spPr>
        <p:txBody>
          <a:bodyPr spcFirstLastPara="1" wrap="square" lIns="68575" tIns="34275" rIns="68575" bIns="34275" anchor="t" anchorCtr="0">
            <a:normAutofit/>
          </a:bodyPr>
          <a:lstStyle>
            <a:lvl1pPr marL="457200" lvl="0" indent="-228600" algn="l" rtl="0">
              <a:lnSpc>
                <a:spcPct val="100000"/>
              </a:lnSpc>
              <a:spcBef>
                <a:spcPts val="800"/>
              </a:spcBef>
              <a:spcAft>
                <a:spcPts val="0"/>
              </a:spcAft>
              <a:buClr>
                <a:schemeClr val="dk1"/>
              </a:buClr>
              <a:buSzPts val="1400"/>
              <a:buNone/>
              <a:defRPr sz="1400"/>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53" name="Google Shape;353;p62"/>
          <p:cNvSpPr/>
          <p:nvPr/>
        </p:nvSpPr>
        <p:spPr>
          <a:xfrm>
            <a:off x="6772276" y="0"/>
            <a:ext cx="2391300" cy="5156400"/>
          </a:xfrm>
          <a:prstGeom prst="rect">
            <a:avLst/>
          </a:prstGeom>
          <a:solidFill>
            <a:srgbClr val="232F3E"/>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300"/>
              <a:buFont typeface="Arial"/>
              <a:buNone/>
            </a:pPr>
            <a:endParaRPr sz="1300" b="0" i="0" u="none" strike="noStrike" cap="none">
              <a:solidFill>
                <a:srgbClr val="FFFFFF"/>
              </a:solidFill>
              <a:latin typeface="Arial"/>
              <a:ea typeface="Arial"/>
              <a:cs typeface="Arial"/>
              <a:sym typeface="Arial"/>
            </a:endParaRPr>
          </a:p>
        </p:txBody>
      </p:sp>
      <p:sp>
        <p:nvSpPr>
          <p:cNvPr id="354" name="Google Shape;354;p62"/>
          <p:cNvSpPr/>
          <p:nvPr/>
        </p:nvSpPr>
        <p:spPr>
          <a:xfrm>
            <a:off x="-39" y="680453"/>
            <a:ext cx="6772200" cy="2127900"/>
          </a:xfrm>
          <a:prstGeom prst="rect">
            <a:avLst/>
          </a:prstGeom>
          <a:solidFill>
            <a:schemeClr val="dk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300"/>
              <a:buFont typeface="Arial"/>
              <a:buNone/>
            </a:pPr>
            <a:endParaRPr sz="1300" b="0" i="0" u="none" strike="noStrike" cap="none">
              <a:solidFill>
                <a:srgbClr val="FFFFFF"/>
              </a:solidFill>
              <a:latin typeface="Arial"/>
              <a:ea typeface="Arial"/>
              <a:cs typeface="Arial"/>
              <a:sym typeface="Arial"/>
            </a:endParaRPr>
          </a:p>
        </p:txBody>
      </p:sp>
      <p:sp>
        <p:nvSpPr>
          <p:cNvPr id="355" name="Google Shape;355;p62"/>
          <p:cNvSpPr txBox="1">
            <a:spLocks noGrp="1"/>
          </p:cNvSpPr>
          <p:nvPr>
            <p:ph type="body" idx="5"/>
          </p:nvPr>
        </p:nvSpPr>
        <p:spPr>
          <a:xfrm>
            <a:off x="6995360" y="273844"/>
            <a:ext cx="1834500" cy="713700"/>
          </a:xfrm>
          <a:prstGeom prst="rect">
            <a:avLst/>
          </a:prstGeom>
          <a:solidFill>
            <a:schemeClr val="lt1"/>
          </a:solid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2"/>
              </a:buClr>
              <a:buSzPts val="2100"/>
              <a:buNone/>
              <a:defRPr>
                <a:solidFill>
                  <a:schemeClr val="lt2"/>
                </a:solidFill>
              </a:defRPr>
            </a:lvl1pPr>
            <a:lvl2pPr marL="914400" lvl="1" indent="-342900" algn="l" rtl="0">
              <a:lnSpc>
                <a:spcPct val="90000"/>
              </a:lnSpc>
              <a:spcBef>
                <a:spcPts val="400"/>
              </a:spcBef>
              <a:spcAft>
                <a:spcPts val="0"/>
              </a:spcAft>
              <a:buClr>
                <a:schemeClr val="lt2"/>
              </a:buClr>
              <a:buSzPts val="1800"/>
              <a:buChar char="•"/>
              <a:defRPr>
                <a:solidFill>
                  <a:schemeClr val="lt2"/>
                </a:solidFill>
              </a:defRPr>
            </a:lvl2pPr>
            <a:lvl3pPr marL="1371600" lvl="2" indent="-323850" algn="l" rtl="0">
              <a:lnSpc>
                <a:spcPct val="90000"/>
              </a:lnSpc>
              <a:spcBef>
                <a:spcPts val="400"/>
              </a:spcBef>
              <a:spcAft>
                <a:spcPts val="0"/>
              </a:spcAft>
              <a:buClr>
                <a:schemeClr val="lt2"/>
              </a:buClr>
              <a:buSzPts val="1500"/>
              <a:buChar char="•"/>
              <a:defRPr>
                <a:solidFill>
                  <a:schemeClr val="lt2"/>
                </a:solidFill>
              </a:defRPr>
            </a:lvl3pPr>
            <a:lvl4pPr marL="1828800" lvl="3" indent="-317500" algn="l" rtl="0">
              <a:lnSpc>
                <a:spcPct val="90000"/>
              </a:lnSpc>
              <a:spcBef>
                <a:spcPts val="400"/>
              </a:spcBef>
              <a:spcAft>
                <a:spcPts val="0"/>
              </a:spcAft>
              <a:buClr>
                <a:schemeClr val="lt2"/>
              </a:buClr>
              <a:buSzPts val="1400"/>
              <a:buChar char="•"/>
              <a:defRPr>
                <a:solidFill>
                  <a:schemeClr val="lt2"/>
                </a:solidFill>
              </a:defRPr>
            </a:lvl4pPr>
            <a:lvl5pPr marL="2286000" lvl="4" indent="-317500" algn="l" rtl="0">
              <a:lnSpc>
                <a:spcPct val="90000"/>
              </a:lnSpc>
              <a:spcBef>
                <a:spcPts val="400"/>
              </a:spcBef>
              <a:spcAft>
                <a:spcPts val="0"/>
              </a:spcAft>
              <a:buClr>
                <a:schemeClr val="lt2"/>
              </a:buClr>
              <a:buSzPts val="1400"/>
              <a:buChar char="•"/>
              <a:defRPr>
                <a:solidFill>
                  <a:schemeClr val="lt2"/>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56" name="Google Shape;356;p62"/>
          <p:cNvSpPr txBox="1">
            <a:spLocks noGrp="1"/>
          </p:cNvSpPr>
          <p:nvPr>
            <p:ph type="body" idx="6"/>
          </p:nvPr>
        </p:nvSpPr>
        <p:spPr>
          <a:xfrm>
            <a:off x="2463494" y="2931143"/>
            <a:ext cx="1992300" cy="2928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rgbClr val="36C2B4"/>
              </a:buClr>
              <a:buSzPts val="1500"/>
              <a:buNone/>
              <a:defRPr sz="1500" b="0">
                <a:solidFill>
                  <a:srgbClr val="36C2B4"/>
                </a:solidFill>
                <a:latin typeface="Arial"/>
                <a:ea typeface="Arial"/>
                <a:cs typeface="Arial"/>
                <a:sym typeface="Arial"/>
              </a:defRPr>
            </a:lvl1pPr>
            <a:lvl2pPr marL="914400" lvl="1" indent="-342900" algn="l" rtl="0">
              <a:lnSpc>
                <a:spcPct val="90000"/>
              </a:lnSpc>
              <a:spcBef>
                <a:spcPts val="400"/>
              </a:spcBef>
              <a:spcAft>
                <a:spcPts val="0"/>
              </a:spcAft>
              <a:buClr>
                <a:schemeClr val="lt1"/>
              </a:buClr>
              <a:buSzPts val="1800"/>
              <a:buChar char="•"/>
              <a:defRPr>
                <a:solidFill>
                  <a:schemeClr val="lt1"/>
                </a:solidFill>
              </a:defRPr>
            </a:lvl2pPr>
            <a:lvl3pPr marL="1371600" lvl="2" indent="-323850" algn="l" rtl="0">
              <a:lnSpc>
                <a:spcPct val="90000"/>
              </a:lnSpc>
              <a:spcBef>
                <a:spcPts val="400"/>
              </a:spcBef>
              <a:spcAft>
                <a:spcPts val="0"/>
              </a:spcAft>
              <a:buClr>
                <a:schemeClr val="lt1"/>
              </a:buClr>
              <a:buSzPts val="1500"/>
              <a:buChar char="•"/>
              <a:defRPr>
                <a:solidFill>
                  <a:schemeClr val="lt1"/>
                </a:solidFill>
              </a:defRPr>
            </a:lvl3pPr>
            <a:lvl4pPr marL="1828800" lvl="3" indent="-317500" algn="l" rtl="0">
              <a:lnSpc>
                <a:spcPct val="90000"/>
              </a:lnSpc>
              <a:spcBef>
                <a:spcPts val="400"/>
              </a:spcBef>
              <a:spcAft>
                <a:spcPts val="0"/>
              </a:spcAft>
              <a:buClr>
                <a:schemeClr val="lt1"/>
              </a:buClr>
              <a:buSzPts val="1400"/>
              <a:buChar char="•"/>
              <a:defRPr>
                <a:solidFill>
                  <a:schemeClr val="lt1"/>
                </a:solidFill>
              </a:defRPr>
            </a:lvl4pPr>
            <a:lvl5pPr marL="2286000" lvl="4" indent="-317500" algn="l" rtl="0">
              <a:lnSpc>
                <a:spcPct val="90000"/>
              </a:lnSpc>
              <a:spcBef>
                <a:spcPts val="400"/>
              </a:spcBef>
              <a:spcAft>
                <a:spcPts val="0"/>
              </a:spcAft>
              <a:buClr>
                <a:schemeClr val="lt1"/>
              </a:buClr>
              <a:buSzPts val="1400"/>
              <a:buChar char="•"/>
              <a:defRPr>
                <a:solidFill>
                  <a:schemeClr val="lt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57" name="Google Shape;357;p62"/>
          <p:cNvSpPr txBox="1">
            <a:spLocks noGrp="1"/>
          </p:cNvSpPr>
          <p:nvPr>
            <p:ph type="body" idx="7"/>
          </p:nvPr>
        </p:nvSpPr>
        <p:spPr>
          <a:xfrm>
            <a:off x="4575758" y="2931143"/>
            <a:ext cx="1992300" cy="2928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rgbClr val="36C2B4"/>
              </a:buClr>
              <a:buSzPts val="1500"/>
              <a:buNone/>
              <a:defRPr sz="1500" b="0">
                <a:solidFill>
                  <a:srgbClr val="36C2B4"/>
                </a:solidFill>
                <a:latin typeface="Arial"/>
                <a:ea typeface="Arial"/>
                <a:cs typeface="Arial"/>
                <a:sym typeface="Arial"/>
              </a:defRPr>
            </a:lvl1pPr>
            <a:lvl2pPr marL="914400" lvl="1" indent="-342900" algn="l" rtl="0">
              <a:lnSpc>
                <a:spcPct val="90000"/>
              </a:lnSpc>
              <a:spcBef>
                <a:spcPts val="400"/>
              </a:spcBef>
              <a:spcAft>
                <a:spcPts val="0"/>
              </a:spcAft>
              <a:buClr>
                <a:schemeClr val="lt1"/>
              </a:buClr>
              <a:buSzPts val="1800"/>
              <a:buChar char="•"/>
              <a:defRPr>
                <a:solidFill>
                  <a:schemeClr val="lt1"/>
                </a:solidFill>
              </a:defRPr>
            </a:lvl2pPr>
            <a:lvl3pPr marL="1371600" lvl="2" indent="-323850" algn="l" rtl="0">
              <a:lnSpc>
                <a:spcPct val="90000"/>
              </a:lnSpc>
              <a:spcBef>
                <a:spcPts val="400"/>
              </a:spcBef>
              <a:spcAft>
                <a:spcPts val="0"/>
              </a:spcAft>
              <a:buClr>
                <a:schemeClr val="lt1"/>
              </a:buClr>
              <a:buSzPts val="1500"/>
              <a:buChar char="•"/>
              <a:defRPr>
                <a:solidFill>
                  <a:schemeClr val="lt1"/>
                </a:solidFill>
              </a:defRPr>
            </a:lvl3pPr>
            <a:lvl4pPr marL="1828800" lvl="3" indent="-317500" algn="l" rtl="0">
              <a:lnSpc>
                <a:spcPct val="90000"/>
              </a:lnSpc>
              <a:spcBef>
                <a:spcPts val="400"/>
              </a:spcBef>
              <a:spcAft>
                <a:spcPts val="0"/>
              </a:spcAft>
              <a:buClr>
                <a:schemeClr val="lt1"/>
              </a:buClr>
              <a:buSzPts val="1400"/>
              <a:buChar char="•"/>
              <a:defRPr>
                <a:solidFill>
                  <a:schemeClr val="lt1"/>
                </a:solidFill>
              </a:defRPr>
            </a:lvl4pPr>
            <a:lvl5pPr marL="2286000" lvl="4" indent="-317500" algn="l" rtl="0">
              <a:lnSpc>
                <a:spcPct val="90000"/>
              </a:lnSpc>
              <a:spcBef>
                <a:spcPts val="400"/>
              </a:spcBef>
              <a:spcAft>
                <a:spcPts val="0"/>
              </a:spcAft>
              <a:buClr>
                <a:schemeClr val="lt1"/>
              </a:buClr>
              <a:buSzPts val="1400"/>
              <a:buChar char="•"/>
              <a:defRPr>
                <a:solidFill>
                  <a:schemeClr val="lt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58" name="Google Shape;358;p62"/>
          <p:cNvSpPr txBox="1">
            <a:spLocks noGrp="1"/>
          </p:cNvSpPr>
          <p:nvPr>
            <p:ph type="body" idx="8"/>
          </p:nvPr>
        </p:nvSpPr>
        <p:spPr>
          <a:xfrm>
            <a:off x="582392" y="998219"/>
            <a:ext cx="5678400" cy="9834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59" name="Google Shape;359;p62"/>
          <p:cNvSpPr txBox="1">
            <a:spLocks noGrp="1"/>
          </p:cNvSpPr>
          <p:nvPr>
            <p:ph type="body" idx="9"/>
          </p:nvPr>
        </p:nvSpPr>
        <p:spPr>
          <a:xfrm>
            <a:off x="582392" y="2067808"/>
            <a:ext cx="5956500" cy="310200"/>
          </a:xfrm>
          <a:prstGeom prst="rect">
            <a:avLst/>
          </a:prstGeom>
          <a:noFill/>
          <a:ln>
            <a:noFill/>
          </a:ln>
        </p:spPr>
        <p:txBody>
          <a:bodyPr spcFirstLastPara="1" wrap="square" lIns="68575" tIns="34275" rIns="68575" bIns="34275" anchor="t" anchorCtr="0">
            <a:noAutofit/>
          </a:bodyPr>
          <a:lstStyle>
            <a:lvl1pPr marL="457200" lvl="0" indent="-228600" algn="l" rtl="0">
              <a:lnSpc>
                <a:spcPct val="90000"/>
              </a:lnSpc>
              <a:spcBef>
                <a:spcPts val="800"/>
              </a:spcBef>
              <a:spcAft>
                <a:spcPts val="0"/>
              </a:spcAft>
              <a:buClr>
                <a:schemeClr val="dk1"/>
              </a:buClr>
              <a:buSzPts val="1500"/>
              <a:buNone/>
              <a:defRPr sz="1500" b="0">
                <a:solidFill>
                  <a:schemeClr val="dk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pic>
        <p:nvPicPr>
          <p:cNvPr id="360" name="Google Shape;360;p62"/>
          <p:cNvPicPr preferRelativeResize="0"/>
          <p:nvPr/>
        </p:nvPicPr>
        <p:blipFill rotWithShape="1">
          <a:blip r:embed="rId2">
            <a:alphaModFix/>
          </a:blip>
          <a:srcRect/>
          <a:stretch/>
        </p:blipFill>
        <p:spPr>
          <a:xfrm>
            <a:off x="7047179" y="4567380"/>
            <a:ext cx="1329492" cy="336805"/>
          </a:xfrm>
          <a:prstGeom prst="rect">
            <a:avLst/>
          </a:prstGeom>
          <a:noFill/>
          <a:ln>
            <a:noFill/>
          </a:ln>
        </p:spPr>
      </p:pic>
      <p:sp>
        <p:nvSpPr>
          <p:cNvPr id="361" name="Google Shape;361;p62"/>
          <p:cNvSpPr txBox="1">
            <a:spLocks noGrp="1"/>
          </p:cNvSpPr>
          <p:nvPr>
            <p:ph type="ftr" idx="11"/>
          </p:nvPr>
        </p:nvSpPr>
        <p:spPr>
          <a:xfrm>
            <a:off x="314325"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rgbClr val="7F7F7F"/>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62" name="Google Shape;362;p62"/>
          <p:cNvSpPr txBox="1">
            <a:spLocks noGrp="1"/>
          </p:cNvSpPr>
          <p:nvPr>
            <p:ph type="body" idx="13"/>
          </p:nvPr>
        </p:nvSpPr>
        <p:spPr>
          <a:xfrm>
            <a:off x="6995320" y="1173115"/>
            <a:ext cx="1834500" cy="9096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1"/>
              </a:buClr>
              <a:buSzPts val="1000"/>
              <a:buNone/>
              <a:defRPr sz="1000">
                <a:solidFill>
                  <a:schemeClr val="lt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63" name="Google Shape;363;p62"/>
          <p:cNvSpPr txBox="1">
            <a:spLocks noGrp="1"/>
          </p:cNvSpPr>
          <p:nvPr>
            <p:ph type="body" idx="14"/>
          </p:nvPr>
        </p:nvSpPr>
        <p:spPr>
          <a:xfrm>
            <a:off x="6995359" y="2382995"/>
            <a:ext cx="1834500" cy="20688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1"/>
              </a:buClr>
              <a:buSzPts val="1000"/>
              <a:buNone/>
              <a:defRPr sz="1000">
                <a:solidFill>
                  <a:schemeClr val="lt1"/>
                </a:solidFil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64" name="Google Shape;364;p62"/>
          <p:cNvSpPr txBox="1">
            <a:spLocks noGrp="1"/>
          </p:cNvSpPr>
          <p:nvPr>
            <p:ph type="body" idx="15"/>
          </p:nvPr>
        </p:nvSpPr>
        <p:spPr>
          <a:xfrm>
            <a:off x="6995319" y="2160626"/>
            <a:ext cx="1834500" cy="222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lt1"/>
              </a:buClr>
              <a:buSzPts val="1200"/>
              <a:buNone/>
              <a:defRPr sz="1200">
                <a:solidFill>
                  <a:schemeClr val="lt1"/>
                </a:solidFill>
                <a:latin typeface="Arial"/>
                <a:ea typeface="Arial"/>
                <a:cs typeface="Arial"/>
                <a:sym typeface="Arial"/>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Pull Quote">
  <p:cSld name="Pull Quote">
    <p:bg>
      <p:bgPr>
        <a:solidFill>
          <a:srgbClr val="222E3C"/>
        </a:solidFill>
        <a:effectLst/>
      </p:bgPr>
    </p:bg>
    <p:spTree>
      <p:nvGrpSpPr>
        <p:cNvPr id="1" name="Shape 365"/>
        <p:cNvGrpSpPr/>
        <p:nvPr/>
      </p:nvGrpSpPr>
      <p:grpSpPr>
        <a:xfrm>
          <a:off x="0" y="0"/>
          <a:ext cx="0" cy="0"/>
          <a:chOff x="0" y="0"/>
          <a:chExt cx="0" cy="0"/>
        </a:xfrm>
      </p:grpSpPr>
      <p:sp>
        <p:nvSpPr>
          <p:cNvPr id="366" name="Google Shape;366;p63"/>
          <p:cNvSpPr txBox="1">
            <a:spLocks noGrp="1"/>
          </p:cNvSpPr>
          <p:nvPr>
            <p:ph type="title"/>
          </p:nvPr>
        </p:nvSpPr>
        <p:spPr>
          <a:xfrm>
            <a:off x="314325" y="1020965"/>
            <a:ext cx="8515500" cy="2562300"/>
          </a:xfrm>
          <a:prstGeom prst="rect">
            <a:avLst/>
          </a:prstGeom>
          <a:noFill/>
          <a:ln>
            <a:noFill/>
          </a:ln>
        </p:spPr>
        <p:txBody>
          <a:bodyPr spcFirstLastPara="1" wrap="square" lIns="68575" tIns="34275" rIns="68575" bIns="34275" anchor="t" anchorCtr="0">
            <a:normAutofit/>
          </a:bodyPr>
          <a:lstStyle>
            <a:lvl1pPr lvl="0" algn="l" rtl="0">
              <a:lnSpc>
                <a:spcPct val="90000"/>
              </a:lnSpc>
              <a:spcBef>
                <a:spcPts val="0"/>
              </a:spcBef>
              <a:spcAft>
                <a:spcPts val="0"/>
              </a:spcAft>
              <a:buClr>
                <a:schemeClr val="lt1"/>
              </a:buClr>
              <a:buSzPts val="4500"/>
              <a:buFont typeface="Arial"/>
              <a:buNone/>
              <a:defRPr sz="45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367" name="Google Shape;367;p63"/>
          <p:cNvSpPr/>
          <p:nvPr/>
        </p:nvSpPr>
        <p:spPr>
          <a:xfrm>
            <a:off x="0" y="1083311"/>
            <a:ext cx="240600" cy="475500"/>
          </a:xfrm>
          <a:prstGeom prst="rect">
            <a:avLst/>
          </a:prstGeom>
          <a:solidFill>
            <a:srgbClr val="36C2B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68" name="Google Shape;368;p63"/>
          <p:cNvSpPr txBox="1">
            <a:spLocks noGrp="1"/>
          </p:cNvSpPr>
          <p:nvPr>
            <p:ph type="ftr" idx="11"/>
          </p:nvPr>
        </p:nvSpPr>
        <p:spPr>
          <a:xfrm>
            <a:off x="314324" y="4767263"/>
            <a:ext cx="28017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700" b="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69" name="Google Shape;369;p63"/>
          <p:cNvSpPr txBox="1">
            <a:spLocks noGrp="1"/>
          </p:cNvSpPr>
          <p:nvPr>
            <p:ph type="body" idx="1"/>
          </p:nvPr>
        </p:nvSpPr>
        <p:spPr>
          <a:xfrm>
            <a:off x="314325" y="3768446"/>
            <a:ext cx="6044700" cy="366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rgbClr val="36C2B4"/>
              </a:buClr>
              <a:buSzPts val="1500"/>
              <a:buNone/>
              <a:defRPr sz="1500" b="0">
                <a:solidFill>
                  <a:srgbClr val="36C2B4"/>
                </a:solidFill>
                <a:latin typeface="Arial"/>
                <a:ea typeface="Arial"/>
                <a:cs typeface="Arial"/>
                <a:sym typeface="Arial"/>
              </a:defRPr>
            </a:lvl1pPr>
            <a:lvl2pPr marL="914400" lvl="1" indent="-342900" algn="l" rtl="0">
              <a:lnSpc>
                <a:spcPct val="90000"/>
              </a:lnSpc>
              <a:spcBef>
                <a:spcPts val="400"/>
              </a:spcBef>
              <a:spcAft>
                <a:spcPts val="0"/>
              </a:spcAft>
              <a:buClr>
                <a:schemeClr val="lt1"/>
              </a:buClr>
              <a:buSzPts val="1800"/>
              <a:buChar char="•"/>
              <a:defRPr>
                <a:solidFill>
                  <a:schemeClr val="lt1"/>
                </a:solidFill>
              </a:defRPr>
            </a:lvl2pPr>
            <a:lvl3pPr marL="1371600" lvl="2" indent="-323850" algn="l" rtl="0">
              <a:lnSpc>
                <a:spcPct val="90000"/>
              </a:lnSpc>
              <a:spcBef>
                <a:spcPts val="400"/>
              </a:spcBef>
              <a:spcAft>
                <a:spcPts val="0"/>
              </a:spcAft>
              <a:buClr>
                <a:schemeClr val="lt1"/>
              </a:buClr>
              <a:buSzPts val="1500"/>
              <a:buChar char="•"/>
              <a:defRPr>
                <a:solidFill>
                  <a:schemeClr val="lt1"/>
                </a:solidFill>
              </a:defRPr>
            </a:lvl3pPr>
            <a:lvl4pPr marL="1828800" lvl="3" indent="-317500" algn="l" rtl="0">
              <a:lnSpc>
                <a:spcPct val="90000"/>
              </a:lnSpc>
              <a:spcBef>
                <a:spcPts val="400"/>
              </a:spcBef>
              <a:spcAft>
                <a:spcPts val="0"/>
              </a:spcAft>
              <a:buClr>
                <a:schemeClr val="lt1"/>
              </a:buClr>
              <a:buSzPts val="1400"/>
              <a:buChar char="•"/>
              <a:defRPr>
                <a:solidFill>
                  <a:schemeClr val="lt1"/>
                </a:solidFill>
              </a:defRPr>
            </a:lvl4pPr>
            <a:lvl5pPr marL="2286000" lvl="4" indent="-317500" algn="l" rtl="0">
              <a:lnSpc>
                <a:spcPct val="90000"/>
              </a:lnSpc>
              <a:spcBef>
                <a:spcPts val="400"/>
              </a:spcBef>
              <a:spcAft>
                <a:spcPts val="0"/>
              </a:spcAft>
              <a:buClr>
                <a:schemeClr val="lt1"/>
              </a:buClr>
              <a:buSzPts val="1400"/>
              <a:buChar char="•"/>
              <a:defRPr>
                <a:solidFill>
                  <a:schemeClr val="lt1"/>
                </a:solidFil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pic>
        <p:nvPicPr>
          <p:cNvPr id="370" name="Google Shape;370;p63"/>
          <p:cNvPicPr preferRelativeResize="0"/>
          <p:nvPr/>
        </p:nvPicPr>
        <p:blipFill rotWithShape="1">
          <a:blip r:embed="rId2">
            <a:alphaModFix/>
          </a:blip>
          <a:srcRect/>
          <a:stretch/>
        </p:blipFill>
        <p:spPr>
          <a:xfrm>
            <a:off x="7448324" y="4567379"/>
            <a:ext cx="1329492" cy="336805"/>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371"/>
        <p:cNvGrpSpPr/>
        <p:nvPr/>
      </p:nvGrpSpPr>
      <p:grpSpPr>
        <a:xfrm>
          <a:off x="0" y="0"/>
          <a:ext cx="0" cy="0"/>
          <a:chOff x="0" y="0"/>
          <a:chExt cx="0" cy="0"/>
        </a:xfrm>
      </p:grpSpPr>
      <p:pic>
        <p:nvPicPr>
          <p:cNvPr id="372" name="Google Shape;372;p64"/>
          <p:cNvPicPr preferRelativeResize="0"/>
          <p:nvPr/>
        </p:nvPicPr>
        <p:blipFill rotWithShape="1">
          <a:blip r:embed="rId2">
            <a:alphaModFix/>
          </a:blip>
          <a:srcRect/>
          <a:stretch/>
        </p:blipFill>
        <p:spPr>
          <a:xfrm>
            <a:off x="-60767" y="-35939"/>
            <a:ext cx="9271322" cy="5218637"/>
          </a:xfrm>
          <a:prstGeom prst="rect">
            <a:avLst/>
          </a:prstGeom>
          <a:noFill/>
          <a:ln>
            <a:noFill/>
          </a:ln>
        </p:spPr>
      </p:pic>
      <p:sp>
        <p:nvSpPr>
          <p:cNvPr id="373" name="Google Shape;373;p64"/>
          <p:cNvSpPr txBox="1"/>
          <p:nvPr/>
        </p:nvSpPr>
        <p:spPr>
          <a:xfrm>
            <a:off x="317976" y="4567379"/>
            <a:ext cx="6691500" cy="4848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FFFFFF"/>
              </a:buClr>
              <a:buSzPts val="700"/>
              <a:buFont typeface="Arial"/>
              <a:buNone/>
            </a:pPr>
            <a:r>
              <a:rPr lang="en-GB" sz="700" b="0" i="0" u="none" strike="noStrike" cap="none">
                <a:solidFill>
                  <a:srgbClr val="FFFFFF"/>
                </a:solidFill>
                <a:latin typeface="Arial"/>
                <a:ea typeface="Arial"/>
                <a:cs typeface="Arial"/>
                <a:sym typeface="Arial"/>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GB" sz="700" b="0" i="0" u="sng" strike="noStrike" cap="none">
                <a:solidFill>
                  <a:srgbClr val="FFFFFF"/>
                </a:solidFill>
                <a:latin typeface="Arial"/>
                <a:ea typeface="Arial"/>
                <a:cs typeface="Arial"/>
                <a:sym typeface="Arial"/>
              </a:rPr>
              <a:t>aws-course-feedback@amazon.com</a:t>
            </a:r>
            <a:r>
              <a:rPr lang="en-GB" sz="700" b="0" i="0" u="none" strike="noStrike" cap="none">
                <a:solidFill>
                  <a:srgbClr val="FFFFFF"/>
                </a:solidFill>
                <a:latin typeface="Arial"/>
                <a:ea typeface="Arial"/>
                <a:cs typeface="Arial"/>
                <a:sym typeface="Arial"/>
              </a:rPr>
              <a:t>. For all other questions, contact us at: </a:t>
            </a:r>
            <a:r>
              <a:rPr lang="en-GB" sz="700" b="0" i="0" u="sng" strike="noStrike" cap="none">
                <a:solidFill>
                  <a:srgbClr val="FFFFFF"/>
                </a:solidFill>
                <a:latin typeface="Arial"/>
                <a:ea typeface="Arial"/>
                <a:cs typeface="Arial"/>
                <a:sym typeface="Arial"/>
              </a:rPr>
              <a:t>https://aws.amazon.com/contact-us/aws-training/</a:t>
            </a:r>
            <a:r>
              <a:rPr lang="en-GB" sz="700" b="0" i="0" u="none" strike="noStrike" cap="none">
                <a:solidFill>
                  <a:srgbClr val="FFFFFF"/>
                </a:solidFill>
                <a:latin typeface="Arial"/>
                <a:ea typeface="Arial"/>
                <a:cs typeface="Arial"/>
                <a:sym typeface="Arial"/>
              </a:rPr>
              <a:t>. All trademarks are the property of their owners.</a:t>
            </a:r>
            <a:endParaRPr sz="1100"/>
          </a:p>
          <a:p>
            <a:pPr marL="0" marR="0" lvl="0" indent="0" algn="just" rtl="0">
              <a:lnSpc>
                <a:spcPct val="100000"/>
              </a:lnSpc>
              <a:spcBef>
                <a:spcPts val="0"/>
              </a:spcBef>
              <a:spcAft>
                <a:spcPts val="0"/>
              </a:spcAft>
              <a:buClr>
                <a:schemeClr val="dk1"/>
              </a:buClr>
              <a:buSzPts val="700"/>
              <a:buFont typeface="Arial"/>
              <a:buNone/>
            </a:pPr>
            <a:endParaRPr sz="700" b="0" i="0" u="none" strike="noStrike" cap="none">
              <a:solidFill>
                <a:srgbClr val="000000"/>
              </a:solidFill>
              <a:latin typeface="Arial"/>
              <a:ea typeface="Arial"/>
              <a:cs typeface="Arial"/>
              <a:sym typeface="Arial"/>
            </a:endParaRPr>
          </a:p>
        </p:txBody>
      </p:sp>
      <p:sp>
        <p:nvSpPr>
          <p:cNvPr id="374" name="Google Shape;374;p64"/>
          <p:cNvSpPr txBox="1">
            <a:spLocks noGrp="1"/>
          </p:cNvSpPr>
          <p:nvPr>
            <p:ph type="title"/>
          </p:nvPr>
        </p:nvSpPr>
        <p:spPr>
          <a:xfrm>
            <a:off x="314325" y="2393955"/>
            <a:ext cx="8515500" cy="3555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4500"/>
              <a:buFont typeface="Arial"/>
              <a:buNone/>
              <a:defRPr sz="4500">
                <a:solidFill>
                  <a:schemeClr val="lt1"/>
                </a:solidFil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pic>
        <p:nvPicPr>
          <p:cNvPr id="375" name="Google Shape;375;p64"/>
          <p:cNvPicPr preferRelativeResize="0"/>
          <p:nvPr/>
        </p:nvPicPr>
        <p:blipFill rotWithShape="1">
          <a:blip r:embed="rId3">
            <a:alphaModFix/>
          </a:blip>
          <a:srcRect/>
          <a:stretch/>
        </p:blipFill>
        <p:spPr>
          <a:xfrm>
            <a:off x="7448324" y="4567379"/>
            <a:ext cx="1329492" cy="33680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5_Title and Content">
  <p:cSld name="5_Title and Content">
    <p:spTree>
      <p:nvGrpSpPr>
        <p:cNvPr id="1" name="Shape 376"/>
        <p:cNvGrpSpPr/>
        <p:nvPr/>
      </p:nvGrpSpPr>
      <p:grpSpPr>
        <a:xfrm>
          <a:off x="0" y="0"/>
          <a:ext cx="0" cy="0"/>
          <a:chOff x="0" y="0"/>
          <a:chExt cx="0" cy="0"/>
        </a:xfrm>
      </p:grpSpPr>
      <p:pic>
        <p:nvPicPr>
          <p:cNvPr id="377" name="Google Shape;377;p65"/>
          <p:cNvPicPr preferRelativeResize="0"/>
          <p:nvPr/>
        </p:nvPicPr>
        <p:blipFill rotWithShape="1">
          <a:blip r:embed="rId2">
            <a:alphaModFix/>
          </a:blip>
          <a:srcRect/>
          <a:stretch/>
        </p:blipFill>
        <p:spPr>
          <a:xfrm>
            <a:off x="-22297" y="-1678"/>
            <a:ext cx="9166296" cy="5145179"/>
          </a:xfrm>
          <a:prstGeom prst="rect">
            <a:avLst/>
          </a:prstGeom>
          <a:noFill/>
          <a:ln>
            <a:noFill/>
          </a:ln>
        </p:spPr>
      </p:pic>
      <p:sp>
        <p:nvSpPr>
          <p:cNvPr id="378" name="Google Shape;378;p65"/>
          <p:cNvSpPr txBox="1">
            <a:spLocks noGrp="1"/>
          </p:cNvSpPr>
          <p:nvPr>
            <p:ph type="title"/>
          </p:nvPr>
        </p:nvSpPr>
        <p:spPr>
          <a:xfrm>
            <a:off x="178904" y="197645"/>
            <a:ext cx="8336400" cy="5844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lt1"/>
              </a:buClr>
              <a:buSzPts val="3000"/>
              <a:buFont typeface="Arial"/>
              <a:buNone/>
              <a:defRPr b="0" i="0">
                <a:solidFill>
                  <a:schemeClr val="lt1"/>
                </a:solidFill>
                <a:latin typeface="Arial"/>
                <a:ea typeface="Arial"/>
                <a:cs typeface="Arial"/>
                <a:sym typeface="Aria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379" name="Google Shape;379;p65"/>
          <p:cNvSpPr txBox="1">
            <a:spLocks noGrp="1"/>
          </p:cNvSpPr>
          <p:nvPr>
            <p:ph type="body" idx="1"/>
          </p:nvPr>
        </p:nvSpPr>
        <p:spPr>
          <a:xfrm>
            <a:off x="178904" y="1080229"/>
            <a:ext cx="8514300" cy="36849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800"/>
              </a:spcBef>
              <a:spcAft>
                <a:spcPts val="0"/>
              </a:spcAft>
              <a:buClr>
                <a:schemeClr val="dk1"/>
              </a:buClr>
              <a:buSzPts val="2100"/>
              <a:buFont typeface="Arial"/>
              <a:buChar char="•"/>
              <a:defRPr b="0" i="0">
                <a:solidFill>
                  <a:schemeClr val="dk1"/>
                </a:solidFill>
                <a:latin typeface="Arial"/>
                <a:ea typeface="Arial"/>
                <a:cs typeface="Arial"/>
                <a:sym typeface="Arial"/>
              </a:defRPr>
            </a:lvl1pPr>
            <a:lvl2pPr marL="914400" lvl="1" indent="-342900" algn="l" rtl="0">
              <a:lnSpc>
                <a:spcPct val="90000"/>
              </a:lnSpc>
              <a:spcBef>
                <a:spcPts val="400"/>
              </a:spcBef>
              <a:spcAft>
                <a:spcPts val="0"/>
              </a:spcAft>
              <a:buClr>
                <a:schemeClr val="dk1"/>
              </a:buClr>
              <a:buSzPts val="1800"/>
              <a:buFont typeface="Arial"/>
              <a:buChar char="•"/>
              <a:defRPr b="0" i="0">
                <a:solidFill>
                  <a:schemeClr val="dk1"/>
                </a:solidFill>
                <a:latin typeface="Arial"/>
                <a:ea typeface="Arial"/>
                <a:cs typeface="Arial"/>
                <a:sym typeface="Arial"/>
              </a:defRPr>
            </a:lvl2pPr>
            <a:lvl3pPr marL="1371600" lvl="2" indent="-323850" algn="l" rtl="0">
              <a:lnSpc>
                <a:spcPct val="90000"/>
              </a:lnSpc>
              <a:spcBef>
                <a:spcPts val="400"/>
              </a:spcBef>
              <a:spcAft>
                <a:spcPts val="0"/>
              </a:spcAft>
              <a:buClr>
                <a:schemeClr val="dk1"/>
              </a:buClr>
              <a:buSzPts val="1500"/>
              <a:buFont typeface="Arial"/>
              <a:buChar char="•"/>
              <a:defRPr b="0" i="0">
                <a:solidFill>
                  <a:schemeClr val="dk1"/>
                </a:solidFill>
                <a:latin typeface="Arial"/>
                <a:ea typeface="Arial"/>
                <a:cs typeface="Arial"/>
                <a:sym typeface="Arial"/>
              </a:defRPr>
            </a:lvl3pPr>
            <a:lvl4pPr marL="1828800" lvl="3" indent="-317500" algn="l" rtl="0">
              <a:lnSpc>
                <a:spcPct val="90000"/>
              </a:lnSpc>
              <a:spcBef>
                <a:spcPts val="400"/>
              </a:spcBef>
              <a:spcAft>
                <a:spcPts val="0"/>
              </a:spcAft>
              <a:buClr>
                <a:schemeClr val="dk1"/>
              </a:buClr>
              <a:buSzPts val="1400"/>
              <a:buFont typeface="Arial"/>
              <a:buChar char="•"/>
              <a:defRPr b="0" i="0">
                <a:solidFill>
                  <a:schemeClr val="dk1"/>
                </a:solidFill>
                <a:latin typeface="Arial"/>
                <a:ea typeface="Arial"/>
                <a:cs typeface="Arial"/>
                <a:sym typeface="Arial"/>
              </a:defRPr>
            </a:lvl4pPr>
            <a:lvl5pPr marL="2286000" lvl="4" indent="-317500" algn="l" rtl="0">
              <a:lnSpc>
                <a:spcPct val="90000"/>
              </a:lnSpc>
              <a:spcBef>
                <a:spcPts val="400"/>
              </a:spcBef>
              <a:spcAft>
                <a:spcPts val="0"/>
              </a:spcAft>
              <a:buClr>
                <a:schemeClr val="dk1"/>
              </a:buClr>
              <a:buSzPts val="1400"/>
              <a:buFont typeface="Arial"/>
              <a:buChar char="•"/>
              <a:defRPr b="0" i="0">
                <a:solidFill>
                  <a:schemeClr val="dk1"/>
                </a:solidFill>
                <a:latin typeface="Arial"/>
                <a:ea typeface="Arial"/>
                <a:cs typeface="Arial"/>
                <a:sym typeface="Arial"/>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380" name="Google Shape;380;p65"/>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1pPr>
            <a:lvl2pPr marL="0" marR="0" lvl="1"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2pPr>
            <a:lvl3pPr marL="0" marR="0" lvl="2"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3pPr>
            <a:lvl4pPr marL="0" marR="0" lvl="3"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4pPr>
            <a:lvl5pPr marL="0" marR="0" lvl="4"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5pPr>
            <a:lvl6pPr marL="0" marR="0" lvl="5"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6pPr>
            <a:lvl7pPr marL="0" marR="0" lvl="6"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7pPr>
            <a:lvl8pPr marL="0" marR="0" lvl="7"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8pPr>
            <a:lvl9pPr marL="0" marR="0" lvl="8" indent="0" algn="r" rtl="0">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GB"/>
              <a:t>‹#›</a:t>
            </a:fld>
            <a:endParaRPr/>
          </a:p>
        </p:txBody>
      </p:sp>
      <p:sp>
        <p:nvSpPr>
          <p:cNvPr id="381" name="Google Shape;381;p65"/>
          <p:cNvSpPr/>
          <p:nvPr/>
        </p:nvSpPr>
        <p:spPr>
          <a:xfrm>
            <a:off x="9074485" y="5111262"/>
            <a:ext cx="70500" cy="342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chemeClr val="lt1"/>
              </a:buClr>
              <a:buSzPts val="1400"/>
              <a:buFont typeface="Arial"/>
              <a:buNone/>
            </a:pPr>
            <a:endParaRPr sz="1400" b="0" i="0" u="none" strike="noStrike" cap="none">
              <a:solidFill>
                <a:srgbClr val="FFFFFF"/>
              </a:solidFill>
              <a:latin typeface="Arial"/>
              <a:ea typeface="Arial"/>
              <a:cs typeface="Arial"/>
              <a:sym typeface="Arial"/>
            </a:endParaRPr>
          </a:p>
        </p:txBody>
      </p:sp>
      <p:sp>
        <p:nvSpPr>
          <p:cNvPr id="382" name="Google Shape;382;p65"/>
          <p:cNvSpPr txBox="1"/>
          <p:nvPr/>
        </p:nvSpPr>
        <p:spPr>
          <a:xfrm>
            <a:off x="188843" y="4860235"/>
            <a:ext cx="3081300" cy="315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262626"/>
              </a:buClr>
              <a:buSzPts val="800"/>
              <a:buFont typeface="Arial"/>
              <a:buNone/>
            </a:pPr>
            <a:r>
              <a:rPr lang="en-GB" sz="800" b="0" i="0" u="none" strike="noStrike" cap="none">
                <a:solidFill>
                  <a:srgbClr val="262626"/>
                </a:solidFill>
                <a:latin typeface="Arial"/>
                <a:ea typeface="Arial"/>
                <a:cs typeface="Arial"/>
                <a:sym typeface="Arial"/>
              </a:rPr>
              <a:t>© 2018, Amazon Web Services, Inc. or its Affiliates. All rights reserved.</a:t>
            </a:r>
            <a:endParaRPr sz="11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theme" Target="../theme/theme4.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132250" y="129900"/>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38761D"/>
              </a:buClr>
              <a:buSzPts val="2800"/>
              <a:buFont typeface="Arial"/>
              <a:buNone/>
              <a:defRPr sz="2800" b="1" i="0" u="none" strike="noStrike" cap="none">
                <a:solidFill>
                  <a:srgbClr val="38761D"/>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5" name="Google Shape;55;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6" name="Google Shape;56;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57" name="Google Shape;57;p14"/>
          <p:cNvSpPr txBox="1"/>
          <p:nvPr/>
        </p:nvSpPr>
        <p:spPr>
          <a:xfrm>
            <a:off x="-46325" y="-95350"/>
            <a:ext cx="6114600" cy="279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GB" sz="1000" b="0" i="1" u="none" strike="noStrike" cap="none">
                <a:solidFill>
                  <a:srgbClr val="38761D"/>
                </a:solidFill>
                <a:latin typeface="Arial"/>
                <a:ea typeface="Arial"/>
                <a:cs typeface="Arial"/>
                <a:sym typeface="Arial"/>
              </a:rPr>
              <a:t>Afstandsles (Lesweek 30/30-3/04)  1TIN security essentials 2019-2020 </a:t>
            </a:r>
            <a:endParaRPr sz="1000" b="0" i="1" u="none" strike="noStrike" cap="none">
              <a:solidFill>
                <a:srgbClr val="38761D"/>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11"/>
        <p:cNvGrpSpPr/>
        <p:nvPr/>
      </p:nvGrpSpPr>
      <p:grpSpPr>
        <a:xfrm>
          <a:off x="0" y="0"/>
          <a:ext cx="0" cy="0"/>
          <a:chOff x="0" y="0"/>
          <a:chExt cx="0" cy="0"/>
        </a:xfrm>
      </p:grpSpPr>
      <p:sp>
        <p:nvSpPr>
          <p:cNvPr id="112" name="Google Shape;112;p26"/>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9pPr>
          </a:lstStyle>
          <a:p>
            <a:endParaRPr/>
          </a:p>
        </p:txBody>
      </p:sp>
      <p:sp>
        <p:nvSpPr>
          <p:cNvPr id="113" name="Google Shape;113;p26"/>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9pPr>
          </a:lstStyle>
          <a:p>
            <a:endParaRPr/>
          </a:p>
        </p:txBody>
      </p:sp>
      <p:sp>
        <p:nvSpPr>
          <p:cNvPr id="114" name="Google Shape;114;p26"/>
          <p:cNvSpPr txBox="1">
            <a:spLocks noGrp="1"/>
          </p:cNvSpPr>
          <p:nvPr>
            <p:ph type="dt" idx="10"/>
          </p:nvPr>
        </p:nvSpPr>
        <p:spPr>
          <a:xfrm>
            <a:off x="457172" y="4685192"/>
            <a:ext cx="2130300" cy="3543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9pPr>
          </a:lstStyle>
          <a:p>
            <a:endParaRPr/>
          </a:p>
        </p:txBody>
      </p:sp>
      <p:sp>
        <p:nvSpPr>
          <p:cNvPr id="115" name="Google Shape;115;p26"/>
          <p:cNvSpPr txBox="1">
            <a:spLocks noGrp="1"/>
          </p:cNvSpPr>
          <p:nvPr>
            <p:ph type="ftr" idx="11"/>
          </p:nvPr>
        </p:nvSpPr>
        <p:spPr>
          <a:xfrm>
            <a:off x="3127054" y="4685192"/>
            <a:ext cx="2898000" cy="3543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300"/>
              <a:buFont typeface="Arial"/>
              <a:buNone/>
              <a:defRPr sz="1600" b="0" i="0" u="none" strike="noStrike" cap="none">
                <a:solidFill>
                  <a:srgbClr val="000000"/>
                </a:solidFill>
                <a:latin typeface="Arial"/>
                <a:ea typeface="Arial"/>
                <a:cs typeface="Arial"/>
                <a:sym typeface="Arial"/>
              </a:defRPr>
            </a:lvl9pPr>
          </a:lstStyle>
          <a:p>
            <a:endParaRPr/>
          </a:p>
        </p:txBody>
      </p:sp>
      <p:sp>
        <p:nvSpPr>
          <p:cNvPr id="116" name="Google Shape;116;p26"/>
          <p:cNvSpPr txBox="1">
            <a:spLocks noGrp="1"/>
          </p:cNvSpPr>
          <p:nvPr>
            <p:ph type="sldNum" idx="12"/>
          </p:nvPr>
        </p:nvSpPr>
        <p:spPr>
          <a:xfrm>
            <a:off x="6555842" y="4685192"/>
            <a:ext cx="2130300" cy="3543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
        <p:cNvGrpSpPr/>
        <p:nvPr/>
      </p:nvGrpSpPr>
      <p:grpSpPr>
        <a:xfrm>
          <a:off x="0" y="0"/>
          <a:ext cx="0" cy="0"/>
          <a:chOff x="0" y="0"/>
          <a:chExt cx="0" cy="0"/>
        </a:xfrm>
      </p:grpSpPr>
      <p:sp>
        <p:nvSpPr>
          <p:cNvPr id="172" name="Google Shape;172;p40"/>
          <p:cNvSpPr txBox="1">
            <a:spLocks noGrp="1"/>
          </p:cNvSpPr>
          <p:nvPr>
            <p:ph type="title"/>
          </p:nvPr>
        </p:nvSpPr>
        <p:spPr>
          <a:xfrm>
            <a:off x="314325" y="273844"/>
            <a:ext cx="85155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173" name="Google Shape;173;p40"/>
          <p:cNvSpPr txBox="1">
            <a:spLocks noGrp="1"/>
          </p:cNvSpPr>
          <p:nvPr>
            <p:ph type="body" idx="1"/>
          </p:nvPr>
        </p:nvSpPr>
        <p:spPr>
          <a:xfrm>
            <a:off x="314325" y="1369219"/>
            <a:ext cx="85155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4" name="Google Shape;174;p40"/>
          <p:cNvSpPr txBox="1">
            <a:spLocks noGrp="1"/>
          </p:cNvSpPr>
          <p:nvPr>
            <p:ph type="sldNum" idx="12"/>
          </p:nvPr>
        </p:nvSpPr>
        <p:spPr>
          <a:xfrm>
            <a:off x="6772275"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00" b="0" i="0" u="none" strike="noStrike" cap="none">
                <a:solidFill>
                  <a:srgbClr val="888888"/>
                </a:solidFill>
                <a:latin typeface="Arial"/>
                <a:ea typeface="Arial"/>
                <a:cs typeface="Arial"/>
                <a:sym typeface="Arial"/>
              </a:defRPr>
            </a:lvl1pPr>
            <a:lvl2pPr marL="0" marR="0" lvl="1" indent="0" algn="r" rtl="0">
              <a:spcBef>
                <a:spcPts val="0"/>
              </a:spcBef>
              <a:buNone/>
              <a:defRPr sz="700" b="0" i="0" u="none" strike="noStrike" cap="none">
                <a:solidFill>
                  <a:srgbClr val="888888"/>
                </a:solidFill>
                <a:latin typeface="Arial"/>
                <a:ea typeface="Arial"/>
                <a:cs typeface="Arial"/>
                <a:sym typeface="Arial"/>
              </a:defRPr>
            </a:lvl2pPr>
            <a:lvl3pPr marL="0" marR="0" lvl="2" indent="0" algn="r" rtl="0">
              <a:spcBef>
                <a:spcPts val="0"/>
              </a:spcBef>
              <a:buNone/>
              <a:defRPr sz="700" b="0" i="0" u="none" strike="noStrike" cap="none">
                <a:solidFill>
                  <a:srgbClr val="888888"/>
                </a:solidFill>
                <a:latin typeface="Arial"/>
                <a:ea typeface="Arial"/>
                <a:cs typeface="Arial"/>
                <a:sym typeface="Arial"/>
              </a:defRPr>
            </a:lvl3pPr>
            <a:lvl4pPr marL="0" marR="0" lvl="3" indent="0" algn="r" rtl="0">
              <a:spcBef>
                <a:spcPts val="0"/>
              </a:spcBef>
              <a:buNone/>
              <a:defRPr sz="700" b="0" i="0" u="none" strike="noStrike" cap="none">
                <a:solidFill>
                  <a:srgbClr val="888888"/>
                </a:solidFill>
                <a:latin typeface="Arial"/>
                <a:ea typeface="Arial"/>
                <a:cs typeface="Arial"/>
                <a:sym typeface="Arial"/>
              </a:defRPr>
            </a:lvl4pPr>
            <a:lvl5pPr marL="0" marR="0" lvl="4" indent="0" algn="r" rtl="0">
              <a:spcBef>
                <a:spcPts val="0"/>
              </a:spcBef>
              <a:buNone/>
              <a:defRPr sz="700" b="0" i="0" u="none" strike="noStrike" cap="none">
                <a:solidFill>
                  <a:srgbClr val="888888"/>
                </a:solidFill>
                <a:latin typeface="Arial"/>
                <a:ea typeface="Arial"/>
                <a:cs typeface="Arial"/>
                <a:sym typeface="Arial"/>
              </a:defRPr>
            </a:lvl5pPr>
            <a:lvl6pPr marL="0" marR="0" lvl="5" indent="0" algn="r" rtl="0">
              <a:spcBef>
                <a:spcPts val="0"/>
              </a:spcBef>
              <a:buNone/>
              <a:defRPr sz="700" b="0" i="0" u="none" strike="noStrike" cap="none">
                <a:solidFill>
                  <a:srgbClr val="888888"/>
                </a:solidFill>
                <a:latin typeface="Arial"/>
                <a:ea typeface="Arial"/>
                <a:cs typeface="Arial"/>
                <a:sym typeface="Arial"/>
              </a:defRPr>
            </a:lvl6pPr>
            <a:lvl7pPr marL="0" marR="0" lvl="6" indent="0" algn="r" rtl="0">
              <a:spcBef>
                <a:spcPts val="0"/>
              </a:spcBef>
              <a:buNone/>
              <a:defRPr sz="700" b="0" i="0" u="none" strike="noStrike" cap="none">
                <a:solidFill>
                  <a:srgbClr val="888888"/>
                </a:solidFill>
                <a:latin typeface="Arial"/>
                <a:ea typeface="Arial"/>
                <a:cs typeface="Arial"/>
                <a:sym typeface="Arial"/>
              </a:defRPr>
            </a:lvl7pPr>
            <a:lvl8pPr marL="0" marR="0" lvl="7" indent="0" algn="r" rtl="0">
              <a:spcBef>
                <a:spcPts val="0"/>
              </a:spcBef>
              <a:buNone/>
              <a:defRPr sz="700" b="0" i="0" u="none" strike="noStrike" cap="none">
                <a:solidFill>
                  <a:srgbClr val="888888"/>
                </a:solidFill>
                <a:latin typeface="Arial"/>
                <a:ea typeface="Arial"/>
                <a:cs typeface="Arial"/>
                <a:sym typeface="Arial"/>
              </a:defRPr>
            </a:lvl8pPr>
            <a:lvl9pPr marL="0" marR="0" lvl="8" indent="0" algn="r" rtl="0">
              <a:spcBef>
                <a:spcPts val="0"/>
              </a:spcBef>
              <a:buNone/>
              <a:defRPr sz="7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175" name="Google Shape;175;p40"/>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7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guide id="3" pos="198">
          <p15:clr>
            <a:srgbClr val="F26B43"/>
          </p15:clr>
        </p15:guide>
        <p15:guide id="4" pos="556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8.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2.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6.xml"/><Relationship Id="rId5" Type="http://schemas.openxmlformats.org/officeDocument/2006/relationships/hyperlink" Target="https://cloudexpert.dubbadub.be/#/6_cloudformation" TargetMode="Externa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66"/>
          <p:cNvSpPr txBox="1">
            <a:spLocks noGrp="1"/>
          </p:cNvSpPr>
          <p:nvPr>
            <p:ph type="ctrTitle"/>
          </p:nvPr>
        </p:nvSpPr>
        <p:spPr>
          <a:xfrm>
            <a:off x="452900" y="690325"/>
            <a:ext cx="4119900" cy="10134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000"/>
              <a:buNone/>
            </a:pPr>
            <a:r>
              <a:rPr lang="en-GB"/>
              <a:t>Cloud Services 2</a:t>
            </a:r>
            <a:endParaRPr/>
          </a:p>
          <a:p>
            <a:pPr marL="0" lvl="0" indent="0" algn="ctr" rtl="0">
              <a:lnSpc>
                <a:spcPct val="100000"/>
              </a:lnSpc>
              <a:spcBef>
                <a:spcPts val="0"/>
              </a:spcBef>
              <a:spcAft>
                <a:spcPts val="0"/>
              </a:spcAft>
              <a:buSzPts val="3000"/>
              <a:buNone/>
            </a:pPr>
            <a:endParaRPr/>
          </a:p>
        </p:txBody>
      </p:sp>
      <p:sp>
        <p:nvSpPr>
          <p:cNvPr id="388" name="Google Shape;388;p66"/>
          <p:cNvSpPr txBox="1">
            <a:spLocks noGrp="1"/>
          </p:cNvSpPr>
          <p:nvPr>
            <p:ph type="subTitle" idx="1"/>
          </p:nvPr>
        </p:nvSpPr>
        <p:spPr>
          <a:xfrm>
            <a:off x="452900" y="2070900"/>
            <a:ext cx="43299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00"/>
              <a:buNone/>
            </a:pPr>
            <a:r>
              <a:rPr lang="en-GB" b="1"/>
              <a:t>Configuration Management in the cloud &amp; Introduction to Cloudformation</a:t>
            </a:r>
            <a:endParaRPr b="1"/>
          </a:p>
        </p:txBody>
      </p:sp>
      <p:sp>
        <p:nvSpPr>
          <p:cNvPr id="389" name="Google Shape;389;p66"/>
          <p:cNvSpPr/>
          <p:nvPr/>
        </p:nvSpPr>
        <p:spPr>
          <a:xfrm>
            <a:off x="0" y="0"/>
            <a:ext cx="4809300" cy="4584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0" name="Google Shape;390;p66"/>
          <p:cNvPicPr preferRelativeResize="0"/>
          <p:nvPr/>
        </p:nvPicPr>
        <p:blipFill rotWithShape="1">
          <a:blip r:embed="rId3">
            <a:alphaModFix/>
          </a:blip>
          <a:srcRect/>
          <a:stretch/>
        </p:blipFill>
        <p:spPr>
          <a:xfrm>
            <a:off x="452903" y="3929128"/>
            <a:ext cx="1906950" cy="827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pic>
        <p:nvPicPr>
          <p:cNvPr id="395" name="Google Shape;395;p67"/>
          <p:cNvPicPr preferRelativeResize="0"/>
          <p:nvPr/>
        </p:nvPicPr>
        <p:blipFill>
          <a:blip r:embed="rId3">
            <a:alphaModFix/>
          </a:blip>
          <a:stretch>
            <a:fillRect/>
          </a:stretch>
        </p:blipFill>
        <p:spPr>
          <a:xfrm>
            <a:off x="534250" y="176986"/>
            <a:ext cx="7780605" cy="4084832"/>
          </a:xfrm>
          <a:prstGeom prst="rect">
            <a:avLst/>
          </a:prstGeom>
          <a:noFill/>
          <a:ln>
            <a:noFill/>
          </a:ln>
        </p:spPr>
      </p:pic>
      <p:sp>
        <p:nvSpPr>
          <p:cNvPr id="396" name="Google Shape;396;p67"/>
          <p:cNvSpPr txBox="1"/>
          <p:nvPr/>
        </p:nvSpPr>
        <p:spPr>
          <a:xfrm>
            <a:off x="457625" y="176971"/>
            <a:ext cx="8228700" cy="85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endParaRPr sz="4000" b="0" i="0" u="none" strike="noStrike" cap="none">
              <a:latin typeface="Arial"/>
              <a:ea typeface="Arial"/>
              <a:cs typeface="Arial"/>
              <a:sym typeface="Arial"/>
            </a:endParaRPr>
          </a:p>
        </p:txBody>
      </p:sp>
      <p:sp>
        <p:nvSpPr>
          <p:cNvPr id="397" name="Google Shape;397;p67"/>
          <p:cNvSpPr txBox="1"/>
          <p:nvPr/>
        </p:nvSpPr>
        <p:spPr>
          <a:xfrm>
            <a:off x="627107" y="394177"/>
            <a:ext cx="8228700" cy="2982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endParaRPr sz="2900" b="0" i="0" u="none" strike="noStrike" cap="none">
              <a:latin typeface="Arial"/>
              <a:ea typeface="Arial"/>
              <a:cs typeface="Arial"/>
              <a:sym typeface="Arial"/>
            </a:endParaRPr>
          </a:p>
        </p:txBody>
      </p:sp>
      <p:sp>
        <p:nvSpPr>
          <p:cNvPr id="398" name="Google Shape;398;p67"/>
          <p:cNvSpPr txBox="1"/>
          <p:nvPr/>
        </p:nvSpPr>
        <p:spPr>
          <a:xfrm>
            <a:off x="627600" y="3305174"/>
            <a:ext cx="7888800" cy="1734300"/>
          </a:xfrm>
          <a:prstGeom prst="rect">
            <a:avLst/>
          </a:prstGeom>
          <a:noFill/>
          <a:ln>
            <a:noFill/>
          </a:ln>
        </p:spPr>
        <p:txBody>
          <a:bodyPr spcFirstLastPara="1" wrap="square" lIns="82925" tIns="82925" rIns="82925" bIns="82925" anchor="t" anchorCtr="0">
            <a:noAutofit/>
          </a:bodyPr>
          <a:lstStyle/>
          <a:p>
            <a:pPr marL="0" lvl="0" indent="0" algn="ctr" rtl="0">
              <a:lnSpc>
                <a:spcPct val="115000"/>
              </a:lnSpc>
              <a:spcBef>
                <a:spcPts val="2200"/>
              </a:spcBef>
              <a:spcAft>
                <a:spcPts val="500"/>
              </a:spcAft>
              <a:buClr>
                <a:schemeClr val="dk1"/>
              </a:buClr>
              <a:buSzPts val="1100"/>
              <a:buFont typeface="Arial"/>
              <a:buNone/>
            </a:pPr>
            <a:r>
              <a:rPr lang="en-GB" sz="2100" b="1">
                <a:solidFill>
                  <a:schemeClr val="dk1"/>
                </a:solidFill>
              </a:rPr>
              <a:t>Operations course: Module 11 - Creating Automated and Repeatable Deployments</a:t>
            </a:r>
            <a:endParaRPr sz="2100" b="1">
              <a:solidFill>
                <a:schemeClr val="dk1"/>
              </a:solidFill>
            </a:endParaRPr>
          </a:p>
        </p:txBody>
      </p:sp>
      <p:pic>
        <p:nvPicPr>
          <p:cNvPr id="399" name="Google Shape;399;p67"/>
          <p:cNvPicPr preferRelativeResize="0"/>
          <p:nvPr/>
        </p:nvPicPr>
        <p:blipFill>
          <a:blip r:embed="rId4">
            <a:alphaModFix/>
          </a:blip>
          <a:stretch>
            <a:fillRect/>
          </a:stretch>
        </p:blipFill>
        <p:spPr>
          <a:xfrm>
            <a:off x="7322119" y="176969"/>
            <a:ext cx="1729708" cy="75061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8"/>
          <p:cNvSpPr txBox="1">
            <a:spLocks noGrp="1"/>
          </p:cNvSpPr>
          <p:nvPr>
            <p:ph type="title"/>
          </p:nvPr>
        </p:nvSpPr>
        <p:spPr>
          <a:xfrm>
            <a:off x="314325" y="2571749"/>
            <a:ext cx="85155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600"/>
              <a:buFont typeface="Arial"/>
              <a:buNone/>
            </a:pPr>
            <a:r>
              <a:rPr lang="en-GB" sz="3600" b="1"/>
              <a:t>Configuration management in the cloud</a:t>
            </a:r>
            <a:endParaRPr/>
          </a:p>
        </p:txBody>
      </p:sp>
      <p:sp>
        <p:nvSpPr>
          <p:cNvPr id="405" name="Google Shape;405;p68"/>
          <p:cNvSpPr txBox="1">
            <a:spLocks noGrp="1"/>
          </p:cNvSpPr>
          <p:nvPr>
            <p:ph type="body" idx="1"/>
          </p:nvPr>
        </p:nvSpPr>
        <p:spPr>
          <a:xfrm>
            <a:off x="314325" y="1915767"/>
            <a:ext cx="6044700" cy="3663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rgbClr val="36C2B4"/>
              </a:buClr>
              <a:buSzPts val="1500"/>
              <a:buNone/>
            </a:pPr>
            <a:r>
              <a:rPr lang="en-GB"/>
              <a:t>Module 11: </a:t>
            </a:r>
            <a:r>
              <a:rPr lang="en-GB" b="1"/>
              <a:t>Creating Automated and Repeatable Deployments</a:t>
            </a:r>
            <a:endParaRPr/>
          </a:p>
        </p:txBody>
      </p:sp>
      <p:sp>
        <p:nvSpPr>
          <p:cNvPr id="406" name="Google Shape;406;p68"/>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FFFFFF"/>
              </a:buClr>
              <a:buSzPts val="700"/>
              <a:buFont typeface="Arial"/>
              <a:buNone/>
            </a:pPr>
            <a:r>
              <a:rPr lang="en-GB" sz="700" b="0" i="0" u="none" strike="noStrike" cap="none">
                <a:solidFill>
                  <a:srgbClr val="FFFFFF"/>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9"/>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AWS CloudFormation</a:t>
            </a:r>
            <a:endParaRPr/>
          </a:p>
        </p:txBody>
      </p:sp>
      <p:sp>
        <p:nvSpPr>
          <p:cNvPr id="412" name="Google Shape;412;p69"/>
          <p:cNvSpPr txBox="1">
            <a:spLocks noGrp="1"/>
          </p:cNvSpPr>
          <p:nvPr>
            <p:ph type="body" idx="1"/>
          </p:nvPr>
        </p:nvSpPr>
        <p:spPr>
          <a:xfrm>
            <a:off x="2522266" y="1213039"/>
            <a:ext cx="6404100" cy="34866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rgbClr val="289186"/>
              </a:buClr>
              <a:buSzPts val="2100"/>
              <a:buNone/>
            </a:pPr>
            <a:r>
              <a:rPr lang="en-GB" b="1">
                <a:solidFill>
                  <a:srgbClr val="289186"/>
                </a:solidFill>
              </a:rPr>
              <a:t>AWS CloudFormation:</a:t>
            </a:r>
            <a:endParaRPr/>
          </a:p>
          <a:p>
            <a:pPr marL="177800" lvl="0" indent="-171450" algn="l" rtl="0">
              <a:lnSpc>
                <a:spcPct val="90000"/>
              </a:lnSpc>
              <a:spcBef>
                <a:spcPts val="800"/>
              </a:spcBef>
              <a:spcAft>
                <a:spcPts val="0"/>
              </a:spcAft>
              <a:buClr>
                <a:schemeClr val="dk1"/>
              </a:buClr>
              <a:buSzPts val="2100"/>
              <a:buChar char="•"/>
            </a:pPr>
            <a:r>
              <a:rPr lang="en-GB"/>
              <a:t>Models and provisions cloud infrastructure resources</a:t>
            </a:r>
            <a:endParaRPr/>
          </a:p>
          <a:p>
            <a:pPr marL="177800" lvl="0" indent="-171450" algn="l" rtl="0">
              <a:lnSpc>
                <a:spcPct val="90000"/>
              </a:lnSpc>
              <a:spcBef>
                <a:spcPts val="800"/>
              </a:spcBef>
              <a:spcAft>
                <a:spcPts val="0"/>
              </a:spcAft>
              <a:buClr>
                <a:schemeClr val="dk1"/>
              </a:buClr>
              <a:buSzPts val="2100"/>
              <a:buChar char="•"/>
            </a:pPr>
            <a:r>
              <a:rPr lang="en-GB"/>
              <a:t>Supports most AWS services</a:t>
            </a:r>
            <a:endParaRPr/>
          </a:p>
          <a:p>
            <a:pPr marL="177800" lvl="0" indent="-171450" algn="l" rtl="0">
              <a:lnSpc>
                <a:spcPct val="90000"/>
              </a:lnSpc>
              <a:spcBef>
                <a:spcPts val="800"/>
              </a:spcBef>
              <a:spcAft>
                <a:spcPts val="0"/>
              </a:spcAft>
              <a:buClr>
                <a:schemeClr val="dk1"/>
              </a:buClr>
              <a:buSzPts val="2100"/>
              <a:buChar char="•"/>
            </a:pPr>
            <a:r>
              <a:rPr lang="en-GB"/>
              <a:t>Creates, updates, and deletes a set of resources as a single unit called a stack</a:t>
            </a:r>
            <a:endParaRPr/>
          </a:p>
          <a:p>
            <a:pPr marL="177800" lvl="0" indent="-171450" algn="l" rtl="0">
              <a:lnSpc>
                <a:spcPct val="90000"/>
              </a:lnSpc>
              <a:spcBef>
                <a:spcPts val="800"/>
              </a:spcBef>
              <a:spcAft>
                <a:spcPts val="0"/>
              </a:spcAft>
              <a:buClr>
                <a:schemeClr val="dk1"/>
              </a:buClr>
              <a:buSzPts val="2100"/>
              <a:buChar char="•"/>
            </a:pPr>
            <a:r>
              <a:rPr lang="en-GB"/>
              <a:t>Detects drift on stack and individual resources</a:t>
            </a:r>
            <a:endParaRPr/>
          </a:p>
          <a:p>
            <a:pPr marL="177800" lvl="0" indent="-38100" algn="l" rtl="0">
              <a:lnSpc>
                <a:spcPct val="90000"/>
              </a:lnSpc>
              <a:spcBef>
                <a:spcPts val="800"/>
              </a:spcBef>
              <a:spcAft>
                <a:spcPts val="0"/>
              </a:spcAft>
              <a:buClr>
                <a:schemeClr val="dk1"/>
              </a:buClr>
              <a:buSzPts val="2100"/>
              <a:buNone/>
            </a:pPr>
            <a:endParaRPr/>
          </a:p>
        </p:txBody>
      </p:sp>
      <p:sp>
        <p:nvSpPr>
          <p:cNvPr id="413" name="Google Shape;413;p69"/>
          <p:cNvSpPr txBox="1"/>
          <p:nvPr/>
        </p:nvSpPr>
        <p:spPr>
          <a:xfrm>
            <a:off x="639941" y="2422397"/>
            <a:ext cx="1317300" cy="438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chemeClr val="dk1"/>
                </a:solidFill>
                <a:latin typeface="Arial"/>
                <a:ea typeface="Arial"/>
                <a:cs typeface="Arial"/>
                <a:sym typeface="Arial"/>
              </a:rPr>
              <a:t>AWS CloudFormation</a:t>
            </a:r>
            <a:endParaRPr sz="1100"/>
          </a:p>
        </p:txBody>
      </p:sp>
      <p:pic>
        <p:nvPicPr>
          <p:cNvPr id="414" name="Google Shape;414;p69"/>
          <p:cNvPicPr preferRelativeResize="0"/>
          <p:nvPr/>
        </p:nvPicPr>
        <p:blipFill rotWithShape="1">
          <a:blip r:embed="rId3">
            <a:alphaModFix/>
          </a:blip>
          <a:srcRect/>
          <a:stretch/>
        </p:blipFill>
        <p:spPr>
          <a:xfrm>
            <a:off x="845399" y="1465906"/>
            <a:ext cx="956492" cy="956492"/>
          </a:xfrm>
          <a:prstGeom prst="rect">
            <a:avLst/>
          </a:prstGeom>
          <a:noFill/>
          <a:ln>
            <a:noFill/>
          </a:ln>
        </p:spPr>
      </p:pic>
      <p:sp>
        <p:nvSpPr>
          <p:cNvPr id="415" name="Google Shape;415;p69"/>
          <p:cNvSpPr txBox="1"/>
          <p:nvPr/>
        </p:nvSpPr>
        <p:spPr>
          <a:xfrm>
            <a:off x="426284" y="3684737"/>
            <a:ext cx="9177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rgbClr val="232F3D"/>
                </a:solidFill>
                <a:latin typeface="Arial"/>
                <a:ea typeface="Arial"/>
                <a:cs typeface="Arial"/>
                <a:sym typeface="Arial"/>
              </a:rPr>
              <a:t>Change set</a:t>
            </a:r>
            <a:endParaRPr sz="1100"/>
          </a:p>
        </p:txBody>
      </p:sp>
      <p:sp>
        <p:nvSpPr>
          <p:cNvPr id="416" name="Google Shape;416;p69"/>
          <p:cNvSpPr txBox="1"/>
          <p:nvPr/>
        </p:nvSpPr>
        <p:spPr>
          <a:xfrm>
            <a:off x="1300345" y="3684737"/>
            <a:ext cx="9177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rgbClr val="232F3D"/>
                </a:solidFill>
                <a:latin typeface="Arial"/>
                <a:ea typeface="Arial"/>
                <a:cs typeface="Arial"/>
                <a:sym typeface="Arial"/>
              </a:rPr>
              <a:t>Stack</a:t>
            </a:r>
            <a:endParaRPr sz="1100"/>
          </a:p>
        </p:txBody>
      </p:sp>
      <p:sp>
        <p:nvSpPr>
          <p:cNvPr id="417" name="Google Shape;417;p69"/>
          <p:cNvSpPr txBox="1"/>
          <p:nvPr/>
        </p:nvSpPr>
        <p:spPr>
          <a:xfrm>
            <a:off x="426284" y="4405784"/>
            <a:ext cx="9177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rgbClr val="232F3D"/>
                </a:solidFill>
                <a:latin typeface="Arial"/>
                <a:ea typeface="Arial"/>
                <a:cs typeface="Arial"/>
                <a:sym typeface="Arial"/>
              </a:rPr>
              <a:t>Template</a:t>
            </a:r>
            <a:endParaRPr sz="1100"/>
          </a:p>
        </p:txBody>
      </p:sp>
      <p:pic>
        <p:nvPicPr>
          <p:cNvPr id="418" name="Google Shape;418;p69"/>
          <p:cNvPicPr preferRelativeResize="0"/>
          <p:nvPr/>
        </p:nvPicPr>
        <p:blipFill rotWithShape="1">
          <a:blip r:embed="rId4">
            <a:alphaModFix/>
          </a:blip>
          <a:srcRect/>
          <a:stretch/>
        </p:blipFill>
        <p:spPr>
          <a:xfrm>
            <a:off x="708863" y="3303314"/>
            <a:ext cx="352425" cy="352425"/>
          </a:xfrm>
          <a:prstGeom prst="rect">
            <a:avLst/>
          </a:prstGeom>
          <a:noFill/>
          <a:ln>
            <a:noFill/>
          </a:ln>
        </p:spPr>
      </p:pic>
      <p:pic>
        <p:nvPicPr>
          <p:cNvPr id="419" name="Google Shape;419;p69"/>
          <p:cNvPicPr preferRelativeResize="0"/>
          <p:nvPr/>
        </p:nvPicPr>
        <p:blipFill rotWithShape="1">
          <a:blip r:embed="rId5">
            <a:alphaModFix/>
          </a:blip>
          <a:srcRect/>
          <a:stretch/>
        </p:blipFill>
        <p:spPr>
          <a:xfrm>
            <a:off x="1582923" y="3293509"/>
            <a:ext cx="352425" cy="352425"/>
          </a:xfrm>
          <a:prstGeom prst="rect">
            <a:avLst/>
          </a:prstGeom>
          <a:noFill/>
          <a:ln>
            <a:noFill/>
          </a:ln>
        </p:spPr>
      </p:pic>
      <p:pic>
        <p:nvPicPr>
          <p:cNvPr id="420" name="Google Shape;420;p69"/>
          <p:cNvPicPr preferRelativeResize="0"/>
          <p:nvPr/>
        </p:nvPicPr>
        <p:blipFill rotWithShape="1">
          <a:blip r:embed="rId6">
            <a:alphaModFix/>
          </a:blip>
          <a:srcRect/>
          <a:stretch/>
        </p:blipFill>
        <p:spPr>
          <a:xfrm>
            <a:off x="708863" y="4014212"/>
            <a:ext cx="352425" cy="352425"/>
          </a:xfrm>
          <a:prstGeom prst="rect">
            <a:avLst/>
          </a:prstGeom>
          <a:noFill/>
          <a:ln>
            <a:noFill/>
          </a:ln>
        </p:spPr>
      </p:pic>
      <p:cxnSp>
        <p:nvCxnSpPr>
          <p:cNvPr id="421" name="Google Shape;421;p69"/>
          <p:cNvCxnSpPr/>
          <p:nvPr/>
        </p:nvCxnSpPr>
        <p:spPr>
          <a:xfrm>
            <a:off x="314325" y="3077737"/>
            <a:ext cx="1903500" cy="0"/>
          </a:xfrm>
          <a:prstGeom prst="straightConnector1">
            <a:avLst/>
          </a:prstGeom>
          <a:noFill/>
          <a:ln w="9525" cap="flat" cmpd="sng">
            <a:solidFill>
              <a:schemeClr val="accent6"/>
            </a:solidFill>
            <a:prstDash val="lgDash"/>
            <a:miter lim="800000"/>
            <a:headEnd type="none" w="sm" len="sm"/>
            <a:tailEnd type="none" w="sm" len="sm"/>
          </a:ln>
        </p:spPr>
      </p:cxnSp>
      <p:sp>
        <p:nvSpPr>
          <p:cNvPr id="422" name="Google Shape;422;p69"/>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70"/>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AWS CloudFormation terminology</a:t>
            </a:r>
            <a:endParaRPr/>
          </a:p>
        </p:txBody>
      </p:sp>
      <p:sp>
        <p:nvSpPr>
          <p:cNvPr id="428" name="Google Shape;428;p70"/>
          <p:cNvSpPr/>
          <p:nvPr/>
        </p:nvSpPr>
        <p:spPr>
          <a:xfrm>
            <a:off x="336790" y="1629964"/>
            <a:ext cx="5052000" cy="2801400"/>
          </a:xfrm>
          <a:prstGeom prst="roundRect">
            <a:avLst>
              <a:gd name="adj" fmla="val 9818"/>
            </a:avLst>
          </a:prstGeom>
          <a:noFill/>
          <a:ln w="2857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29" name="Google Shape;429;p70"/>
          <p:cNvSpPr txBox="1"/>
          <p:nvPr/>
        </p:nvSpPr>
        <p:spPr>
          <a:xfrm>
            <a:off x="372892" y="2689223"/>
            <a:ext cx="16419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b="1">
                <a:solidFill>
                  <a:schemeClr val="dk1"/>
                </a:solidFill>
                <a:latin typeface="Arial"/>
                <a:ea typeface="Arial"/>
                <a:cs typeface="Arial"/>
                <a:sym typeface="Arial"/>
              </a:rPr>
              <a:t>Template</a:t>
            </a:r>
            <a:endParaRPr sz="1100"/>
          </a:p>
        </p:txBody>
      </p:sp>
      <p:sp>
        <p:nvSpPr>
          <p:cNvPr id="430" name="Google Shape;430;p70"/>
          <p:cNvSpPr txBox="1"/>
          <p:nvPr/>
        </p:nvSpPr>
        <p:spPr>
          <a:xfrm>
            <a:off x="7219331" y="3067142"/>
            <a:ext cx="1402500" cy="2079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endParaRPr sz="900">
              <a:solidFill>
                <a:srgbClr val="F7981F"/>
              </a:solidFill>
              <a:latin typeface="Arial"/>
              <a:ea typeface="Arial"/>
              <a:cs typeface="Arial"/>
              <a:sym typeface="Arial"/>
            </a:endParaRPr>
          </a:p>
        </p:txBody>
      </p:sp>
      <p:sp>
        <p:nvSpPr>
          <p:cNvPr id="431" name="Google Shape;431;p70"/>
          <p:cNvSpPr txBox="1"/>
          <p:nvPr/>
        </p:nvSpPr>
        <p:spPr>
          <a:xfrm>
            <a:off x="640896" y="3155234"/>
            <a:ext cx="1641900" cy="808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200">
                <a:solidFill>
                  <a:schemeClr val="dk1"/>
                </a:solidFill>
                <a:latin typeface="Arial"/>
                <a:ea typeface="Arial"/>
                <a:cs typeface="Arial"/>
                <a:sym typeface="Arial"/>
              </a:rPr>
              <a:t>Basic definition of resources to create. Specified in </a:t>
            </a:r>
            <a:br>
              <a:rPr lang="en-GB" sz="1200">
                <a:solidFill>
                  <a:schemeClr val="dk1"/>
                </a:solidFill>
                <a:latin typeface="Arial"/>
                <a:ea typeface="Arial"/>
                <a:cs typeface="Arial"/>
                <a:sym typeface="Arial"/>
              </a:rPr>
            </a:br>
            <a:r>
              <a:rPr lang="en-GB" sz="1200">
                <a:solidFill>
                  <a:schemeClr val="dk1"/>
                </a:solidFill>
                <a:latin typeface="Arial"/>
                <a:ea typeface="Arial"/>
                <a:cs typeface="Arial"/>
                <a:sym typeface="Arial"/>
              </a:rPr>
              <a:t>JSON or YAML.</a:t>
            </a:r>
            <a:endParaRPr sz="1100"/>
          </a:p>
        </p:txBody>
      </p:sp>
      <p:sp>
        <p:nvSpPr>
          <p:cNvPr id="432" name="Google Shape;432;p70"/>
          <p:cNvSpPr txBox="1"/>
          <p:nvPr/>
        </p:nvSpPr>
        <p:spPr>
          <a:xfrm>
            <a:off x="3398780" y="2755273"/>
            <a:ext cx="16419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b="1">
                <a:solidFill>
                  <a:schemeClr val="dk1"/>
                </a:solidFill>
                <a:latin typeface="Arial"/>
                <a:ea typeface="Arial"/>
                <a:cs typeface="Arial"/>
                <a:sym typeface="Arial"/>
              </a:rPr>
              <a:t>Stack</a:t>
            </a:r>
            <a:endParaRPr sz="1100"/>
          </a:p>
        </p:txBody>
      </p:sp>
      <p:sp>
        <p:nvSpPr>
          <p:cNvPr id="433" name="Google Shape;433;p70"/>
          <p:cNvSpPr txBox="1"/>
          <p:nvPr/>
        </p:nvSpPr>
        <p:spPr>
          <a:xfrm>
            <a:off x="3528138" y="3202938"/>
            <a:ext cx="1641900" cy="1177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200">
                <a:solidFill>
                  <a:schemeClr val="dk1"/>
                </a:solidFill>
                <a:latin typeface="Arial"/>
                <a:ea typeface="Arial"/>
                <a:cs typeface="Arial"/>
                <a:sym typeface="Arial"/>
              </a:rPr>
              <a:t>A collection of AWS resources, stacks are the instantiation of a template. Templates can be instantiated multiple times. </a:t>
            </a:r>
            <a:endParaRPr sz="1100"/>
          </a:p>
        </p:txBody>
      </p:sp>
      <p:cxnSp>
        <p:nvCxnSpPr>
          <p:cNvPr id="434" name="Google Shape;434;p70"/>
          <p:cNvCxnSpPr/>
          <p:nvPr/>
        </p:nvCxnSpPr>
        <p:spPr>
          <a:xfrm>
            <a:off x="1522639" y="2429151"/>
            <a:ext cx="2282100" cy="0"/>
          </a:xfrm>
          <a:prstGeom prst="straightConnector1">
            <a:avLst/>
          </a:prstGeom>
          <a:noFill/>
          <a:ln w="28575" cap="flat" cmpd="sng">
            <a:solidFill>
              <a:schemeClr val="accent1"/>
            </a:solidFill>
            <a:prstDash val="solid"/>
            <a:miter lim="800000"/>
            <a:headEnd type="none" w="sm" len="sm"/>
            <a:tailEnd type="triangle" w="med" len="med"/>
          </a:ln>
        </p:spPr>
      </p:cxnSp>
      <p:sp>
        <p:nvSpPr>
          <p:cNvPr id="435" name="Google Shape;435;p70"/>
          <p:cNvSpPr txBox="1"/>
          <p:nvPr/>
        </p:nvSpPr>
        <p:spPr>
          <a:xfrm>
            <a:off x="1682744" y="2206061"/>
            <a:ext cx="19032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chemeClr val="dk1"/>
                </a:solidFill>
                <a:latin typeface="Arial"/>
                <a:ea typeface="Arial"/>
                <a:cs typeface="Arial"/>
                <a:sym typeface="Arial"/>
              </a:rPr>
              <a:t>Create, update, or delete</a:t>
            </a:r>
            <a:endParaRPr sz="1100"/>
          </a:p>
        </p:txBody>
      </p:sp>
      <p:sp>
        <p:nvSpPr>
          <p:cNvPr id="436" name="Google Shape;436;p70"/>
          <p:cNvSpPr txBox="1"/>
          <p:nvPr/>
        </p:nvSpPr>
        <p:spPr>
          <a:xfrm>
            <a:off x="5372458" y="1451111"/>
            <a:ext cx="1641900" cy="623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chemeClr val="dk1"/>
                </a:solidFill>
                <a:latin typeface="Arial"/>
                <a:ea typeface="Arial"/>
                <a:cs typeface="Arial"/>
                <a:sym typeface="Arial"/>
              </a:rPr>
              <a:t>Create, update, or delete AWS resources</a:t>
            </a:r>
            <a:endParaRPr sz="1100"/>
          </a:p>
        </p:txBody>
      </p:sp>
      <p:pic>
        <p:nvPicPr>
          <p:cNvPr id="437" name="Google Shape;437;p70"/>
          <p:cNvPicPr preferRelativeResize="0"/>
          <p:nvPr/>
        </p:nvPicPr>
        <p:blipFill rotWithShape="1">
          <a:blip r:embed="rId3">
            <a:alphaModFix/>
          </a:blip>
          <a:srcRect/>
          <a:stretch/>
        </p:blipFill>
        <p:spPr>
          <a:xfrm>
            <a:off x="901166" y="2063391"/>
            <a:ext cx="635423" cy="635423"/>
          </a:xfrm>
          <a:prstGeom prst="rect">
            <a:avLst/>
          </a:prstGeom>
          <a:noFill/>
          <a:ln>
            <a:noFill/>
          </a:ln>
        </p:spPr>
      </p:pic>
      <p:pic>
        <p:nvPicPr>
          <p:cNvPr id="438" name="Google Shape;438;p70"/>
          <p:cNvPicPr preferRelativeResize="0"/>
          <p:nvPr/>
        </p:nvPicPr>
        <p:blipFill rotWithShape="1">
          <a:blip r:embed="rId4">
            <a:alphaModFix/>
          </a:blip>
          <a:srcRect/>
          <a:stretch/>
        </p:blipFill>
        <p:spPr>
          <a:xfrm>
            <a:off x="3849794" y="2097318"/>
            <a:ext cx="661943" cy="661944"/>
          </a:xfrm>
          <a:prstGeom prst="rect">
            <a:avLst/>
          </a:prstGeom>
          <a:noFill/>
          <a:ln>
            <a:noFill/>
          </a:ln>
        </p:spPr>
      </p:pic>
      <p:sp>
        <p:nvSpPr>
          <p:cNvPr id="439" name="Google Shape;439;p70"/>
          <p:cNvSpPr txBox="1"/>
          <p:nvPr/>
        </p:nvSpPr>
        <p:spPr>
          <a:xfrm>
            <a:off x="864056" y="1187159"/>
            <a:ext cx="1317300" cy="438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chemeClr val="dk1"/>
                </a:solidFill>
                <a:latin typeface="Arial"/>
                <a:ea typeface="Arial"/>
                <a:cs typeface="Arial"/>
                <a:sym typeface="Arial"/>
              </a:rPr>
              <a:t>AWS CloudFormation</a:t>
            </a:r>
            <a:endParaRPr sz="1100"/>
          </a:p>
        </p:txBody>
      </p:sp>
      <p:pic>
        <p:nvPicPr>
          <p:cNvPr id="440" name="Google Shape;440;p70"/>
          <p:cNvPicPr preferRelativeResize="0"/>
          <p:nvPr/>
        </p:nvPicPr>
        <p:blipFill rotWithShape="1">
          <a:blip r:embed="rId5">
            <a:alphaModFix/>
          </a:blip>
          <a:srcRect/>
          <a:stretch/>
        </p:blipFill>
        <p:spPr>
          <a:xfrm>
            <a:off x="402685" y="1287275"/>
            <a:ext cx="530898" cy="530898"/>
          </a:xfrm>
          <a:prstGeom prst="rect">
            <a:avLst/>
          </a:prstGeom>
          <a:noFill/>
          <a:ln>
            <a:noFill/>
          </a:ln>
        </p:spPr>
      </p:pic>
      <p:sp>
        <p:nvSpPr>
          <p:cNvPr id="441" name="Google Shape;441;p70"/>
          <p:cNvSpPr/>
          <p:nvPr/>
        </p:nvSpPr>
        <p:spPr>
          <a:xfrm>
            <a:off x="6978238" y="1734572"/>
            <a:ext cx="1934100" cy="2018400"/>
          </a:xfrm>
          <a:prstGeom prst="rect">
            <a:avLst/>
          </a:prstGeom>
          <a:noFill/>
          <a:ln w="12700" cap="flat" cmpd="sng">
            <a:solidFill>
              <a:srgbClr val="1D8900"/>
            </a:solidFill>
            <a:prstDash val="solid"/>
            <a:miter lim="800000"/>
            <a:headEnd type="none" w="sm" len="sm"/>
            <a:tailEnd type="none" w="sm" len="sm"/>
          </a:ln>
        </p:spPr>
        <p:txBody>
          <a:bodyPr spcFirstLastPara="1" wrap="square" lIns="342900" tIns="68575" rIns="68575" bIns="34275" anchor="t" anchorCtr="0">
            <a:noAutofit/>
          </a:bodyPr>
          <a:lstStyle/>
          <a:p>
            <a:pPr marL="0" marR="0" lvl="0" indent="0" algn="l" rtl="0">
              <a:lnSpc>
                <a:spcPct val="100000"/>
              </a:lnSpc>
              <a:spcBef>
                <a:spcPts val="0"/>
              </a:spcBef>
              <a:spcAft>
                <a:spcPts val="0"/>
              </a:spcAft>
              <a:buClr>
                <a:srgbClr val="1D8900"/>
              </a:buClr>
              <a:buSzPts val="1200"/>
              <a:buFont typeface="Arial"/>
              <a:buNone/>
            </a:pPr>
            <a:r>
              <a:rPr lang="en-GB" sz="1200" b="0" i="0" u="none" strike="noStrike" cap="none">
                <a:solidFill>
                  <a:srgbClr val="1D8900"/>
                </a:solidFill>
                <a:latin typeface="Arial"/>
                <a:ea typeface="Arial"/>
                <a:cs typeface="Arial"/>
                <a:sym typeface="Arial"/>
              </a:rPr>
              <a:t>VPC</a:t>
            </a:r>
            <a:endParaRPr sz="1100"/>
          </a:p>
        </p:txBody>
      </p:sp>
      <p:pic>
        <p:nvPicPr>
          <p:cNvPr id="442" name="Google Shape;442;p70"/>
          <p:cNvPicPr preferRelativeResize="0"/>
          <p:nvPr/>
        </p:nvPicPr>
        <p:blipFill rotWithShape="1">
          <a:blip r:embed="rId6">
            <a:alphaModFix/>
          </a:blip>
          <a:srcRect/>
          <a:stretch/>
        </p:blipFill>
        <p:spPr>
          <a:xfrm>
            <a:off x="6984676" y="1734572"/>
            <a:ext cx="247650" cy="247650"/>
          </a:xfrm>
          <a:prstGeom prst="rect">
            <a:avLst/>
          </a:prstGeom>
          <a:noFill/>
          <a:ln>
            <a:noFill/>
          </a:ln>
        </p:spPr>
      </p:pic>
      <p:pic>
        <p:nvPicPr>
          <p:cNvPr id="443" name="Google Shape;443;p70"/>
          <p:cNvPicPr preferRelativeResize="0"/>
          <p:nvPr/>
        </p:nvPicPr>
        <p:blipFill rotWithShape="1">
          <a:blip r:embed="rId7">
            <a:alphaModFix/>
          </a:blip>
          <a:srcRect/>
          <a:stretch/>
        </p:blipFill>
        <p:spPr>
          <a:xfrm>
            <a:off x="7271699" y="2500960"/>
            <a:ext cx="654274" cy="654274"/>
          </a:xfrm>
          <a:prstGeom prst="rect">
            <a:avLst/>
          </a:prstGeom>
          <a:noFill/>
          <a:ln>
            <a:noFill/>
          </a:ln>
        </p:spPr>
      </p:pic>
      <p:sp>
        <p:nvSpPr>
          <p:cNvPr id="444" name="Google Shape;444;p70"/>
          <p:cNvSpPr txBox="1"/>
          <p:nvPr/>
        </p:nvSpPr>
        <p:spPr>
          <a:xfrm>
            <a:off x="7450252" y="2414872"/>
            <a:ext cx="1726500" cy="438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rgbClr val="232F3D"/>
                </a:solidFill>
                <a:latin typeface="Arial"/>
                <a:ea typeface="Arial"/>
                <a:cs typeface="Arial"/>
                <a:sym typeface="Arial"/>
              </a:rPr>
              <a:t>Amazon </a:t>
            </a:r>
            <a:endParaRPr sz="1100"/>
          </a:p>
          <a:p>
            <a:pPr marL="0" marR="0" lvl="0" indent="0" algn="ctr" rtl="0">
              <a:spcBef>
                <a:spcPts val="0"/>
              </a:spcBef>
              <a:spcAft>
                <a:spcPts val="0"/>
              </a:spcAft>
              <a:buNone/>
            </a:pPr>
            <a:r>
              <a:rPr lang="en-GB" sz="1200">
                <a:solidFill>
                  <a:srgbClr val="232F3D"/>
                </a:solidFill>
                <a:latin typeface="Arial"/>
                <a:ea typeface="Arial"/>
                <a:cs typeface="Arial"/>
                <a:sym typeface="Arial"/>
              </a:rPr>
              <a:t>DynamoDB</a:t>
            </a:r>
            <a:endParaRPr sz="1100"/>
          </a:p>
        </p:txBody>
      </p:sp>
      <p:pic>
        <p:nvPicPr>
          <p:cNvPr id="445" name="Google Shape;445;p70"/>
          <p:cNvPicPr preferRelativeResize="0"/>
          <p:nvPr/>
        </p:nvPicPr>
        <p:blipFill rotWithShape="1">
          <a:blip r:embed="rId8">
            <a:alphaModFix/>
          </a:blip>
          <a:srcRect/>
          <a:stretch/>
        </p:blipFill>
        <p:spPr>
          <a:xfrm>
            <a:off x="8117095" y="2079709"/>
            <a:ext cx="392744" cy="392744"/>
          </a:xfrm>
          <a:prstGeom prst="rect">
            <a:avLst/>
          </a:prstGeom>
          <a:noFill/>
          <a:ln>
            <a:noFill/>
          </a:ln>
        </p:spPr>
      </p:pic>
      <p:sp>
        <p:nvSpPr>
          <p:cNvPr id="446" name="Google Shape;446;p70"/>
          <p:cNvSpPr txBox="1"/>
          <p:nvPr/>
        </p:nvSpPr>
        <p:spPr>
          <a:xfrm>
            <a:off x="7490837" y="3293535"/>
            <a:ext cx="1726500" cy="438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rgbClr val="232F3D"/>
                </a:solidFill>
                <a:latin typeface="Arial"/>
                <a:ea typeface="Arial"/>
                <a:cs typeface="Arial"/>
                <a:sym typeface="Arial"/>
              </a:rPr>
              <a:t>Amazon </a:t>
            </a:r>
            <a:endParaRPr sz="1100"/>
          </a:p>
          <a:p>
            <a:pPr marL="0" marR="0" lvl="0" indent="0" algn="ctr" rtl="0">
              <a:spcBef>
                <a:spcPts val="0"/>
              </a:spcBef>
              <a:spcAft>
                <a:spcPts val="0"/>
              </a:spcAft>
              <a:buNone/>
            </a:pPr>
            <a:r>
              <a:rPr lang="en-GB" sz="1200">
                <a:solidFill>
                  <a:srgbClr val="232F3D"/>
                </a:solidFill>
                <a:latin typeface="Arial"/>
                <a:ea typeface="Arial"/>
                <a:cs typeface="Arial"/>
                <a:sym typeface="Arial"/>
              </a:rPr>
              <a:t>RDS</a:t>
            </a:r>
            <a:endParaRPr sz="1100"/>
          </a:p>
        </p:txBody>
      </p:sp>
      <p:pic>
        <p:nvPicPr>
          <p:cNvPr id="447" name="Google Shape;447;p70"/>
          <p:cNvPicPr preferRelativeResize="0"/>
          <p:nvPr/>
        </p:nvPicPr>
        <p:blipFill rotWithShape="1">
          <a:blip r:embed="rId9">
            <a:alphaModFix/>
          </a:blip>
          <a:srcRect/>
          <a:stretch/>
        </p:blipFill>
        <p:spPr>
          <a:xfrm>
            <a:off x="8187163" y="2958701"/>
            <a:ext cx="372132" cy="372132"/>
          </a:xfrm>
          <a:prstGeom prst="rect">
            <a:avLst/>
          </a:prstGeom>
          <a:noFill/>
          <a:ln>
            <a:noFill/>
          </a:ln>
        </p:spPr>
      </p:pic>
      <p:sp>
        <p:nvSpPr>
          <p:cNvPr id="448" name="Google Shape;448;p70"/>
          <p:cNvSpPr txBox="1"/>
          <p:nvPr/>
        </p:nvSpPr>
        <p:spPr>
          <a:xfrm>
            <a:off x="7093436" y="3094640"/>
            <a:ext cx="10239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rgbClr val="232F3D"/>
                </a:solidFill>
                <a:latin typeface="Arial"/>
                <a:ea typeface="Arial"/>
                <a:cs typeface="Arial"/>
                <a:sym typeface="Arial"/>
              </a:rPr>
              <a:t>Instances</a:t>
            </a:r>
            <a:endParaRPr sz="1100"/>
          </a:p>
        </p:txBody>
      </p:sp>
      <p:pic>
        <p:nvPicPr>
          <p:cNvPr id="449" name="Google Shape;449;p70"/>
          <p:cNvPicPr preferRelativeResize="0"/>
          <p:nvPr/>
        </p:nvPicPr>
        <p:blipFill rotWithShape="1">
          <a:blip r:embed="rId10">
            <a:alphaModFix/>
          </a:blip>
          <a:srcRect/>
          <a:stretch/>
        </p:blipFill>
        <p:spPr>
          <a:xfrm>
            <a:off x="7331198" y="3982577"/>
            <a:ext cx="533400" cy="533400"/>
          </a:xfrm>
          <a:prstGeom prst="rect">
            <a:avLst/>
          </a:prstGeom>
          <a:noFill/>
          <a:ln>
            <a:noFill/>
          </a:ln>
        </p:spPr>
      </p:pic>
      <p:sp>
        <p:nvSpPr>
          <p:cNvPr id="450" name="Google Shape;450;p70"/>
          <p:cNvSpPr txBox="1"/>
          <p:nvPr/>
        </p:nvSpPr>
        <p:spPr>
          <a:xfrm>
            <a:off x="6734684" y="4515977"/>
            <a:ext cx="17265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rgbClr val="232F3D"/>
                </a:solidFill>
                <a:latin typeface="Arial"/>
                <a:ea typeface="Arial"/>
                <a:cs typeface="Arial"/>
                <a:sym typeface="Arial"/>
              </a:rPr>
              <a:t>Amazon S3 Glacier</a:t>
            </a:r>
            <a:endParaRPr sz="1100"/>
          </a:p>
        </p:txBody>
      </p:sp>
      <p:pic>
        <p:nvPicPr>
          <p:cNvPr id="451" name="Google Shape;451;p70"/>
          <p:cNvPicPr preferRelativeResize="0"/>
          <p:nvPr/>
        </p:nvPicPr>
        <p:blipFill rotWithShape="1">
          <a:blip r:embed="rId11">
            <a:alphaModFix/>
          </a:blip>
          <a:srcRect/>
          <a:stretch/>
        </p:blipFill>
        <p:spPr>
          <a:xfrm>
            <a:off x="6370120" y="4125365"/>
            <a:ext cx="562256" cy="562257"/>
          </a:xfrm>
          <a:prstGeom prst="rect">
            <a:avLst/>
          </a:prstGeom>
          <a:noFill/>
          <a:ln>
            <a:noFill/>
          </a:ln>
        </p:spPr>
      </p:pic>
      <p:sp>
        <p:nvSpPr>
          <p:cNvPr id="452" name="Google Shape;452;p70"/>
          <p:cNvSpPr txBox="1"/>
          <p:nvPr/>
        </p:nvSpPr>
        <p:spPr>
          <a:xfrm>
            <a:off x="6000173" y="4645007"/>
            <a:ext cx="1230000" cy="438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rgbClr val="232F3D"/>
                </a:solidFill>
                <a:latin typeface="Arial"/>
                <a:ea typeface="Arial"/>
                <a:cs typeface="Arial"/>
                <a:sym typeface="Arial"/>
              </a:rPr>
              <a:t>Bucket with objects</a:t>
            </a:r>
            <a:endParaRPr sz="1100"/>
          </a:p>
        </p:txBody>
      </p:sp>
      <p:cxnSp>
        <p:nvCxnSpPr>
          <p:cNvPr id="453" name="Google Shape;453;p70"/>
          <p:cNvCxnSpPr/>
          <p:nvPr/>
        </p:nvCxnSpPr>
        <p:spPr>
          <a:xfrm>
            <a:off x="4460523" y="2664711"/>
            <a:ext cx="1860300" cy="1574700"/>
          </a:xfrm>
          <a:prstGeom prst="bentConnector3">
            <a:avLst>
              <a:gd name="adj1" fmla="val 61692"/>
            </a:avLst>
          </a:prstGeom>
          <a:noFill/>
          <a:ln w="12700" cap="flat" cmpd="sng">
            <a:solidFill>
              <a:srgbClr val="535B63"/>
            </a:solidFill>
            <a:prstDash val="solid"/>
            <a:miter lim="800000"/>
            <a:headEnd type="none" w="sm" len="sm"/>
            <a:tailEnd type="stealth" w="med" len="med"/>
          </a:ln>
        </p:spPr>
      </p:cxnSp>
      <p:cxnSp>
        <p:nvCxnSpPr>
          <p:cNvPr id="454" name="Google Shape;454;p70"/>
          <p:cNvCxnSpPr/>
          <p:nvPr/>
        </p:nvCxnSpPr>
        <p:spPr>
          <a:xfrm>
            <a:off x="4447376" y="2612687"/>
            <a:ext cx="2776200" cy="1488000"/>
          </a:xfrm>
          <a:prstGeom prst="bentConnector3">
            <a:avLst>
              <a:gd name="adj1" fmla="val 49998"/>
            </a:avLst>
          </a:prstGeom>
          <a:noFill/>
          <a:ln w="12700" cap="flat" cmpd="sng">
            <a:solidFill>
              <a:srgbClr val="535B63"/>
            </a:solidFill>
            <a:prstDash val="solid"/>
            <a:miter lim="800000"/>
            <a:headEnd type="none" w="sm" len="sm"/>
            <a:tailEnd type="stealth" w="med" len="med"/>
          </a:ln>
        </p:spPr>
      </p:cxnSp>
      <p:cxnSp>
        <p:nvCxnSpPr>
          <p:cNvPr id="455" name="Google Shape;455;p70"/>
          <p:cNvCxnSpPr>
            <a:endCxn id="442" idx="1"/>
          </p:cNvCxnSpPr>
          <p:nvPr/>
        </p:nvCxnSpPr>
        <p:spPr>
          <a:xfrm rot="10800000" flipH="1">
            <a:off x="4464976" y="1858397"/>
            <a:ext cx="2519700" cy="366300"/>
          </a:xfrm>
          <a:prstGeom prst="bentConnector3">
            <a:avLst>
              <a:gd name="adj1" fmla="val 50002"/>
            </a:avLst>
          </a:prstGeom>
          <a:noFill/>
          <a:ln w="12700" cap="flat" cmpd="sng">
            <a:solidFill>
              <a:srgbClr val="535B63"/>
            </a:solidFill>
            <a:prstDash val="solid"/>
            <a:miter lim="800000"/>
            <a:headEnd type="none" w="sm" len="sm"/>
            <a:tailEnd type="stealth" w="med" len="med"/>
          </a:ln>
        </p:spPr>
      </p:cxnSp>
      <p:cxnSp>
        <p:nvCxnSpPr>
          <p:cNvPr id="456" name="Google Shape;456;p70"/>
          <p:cNvCxnSpPr/>
          <p:nvPr/>
        </p:nvCxnSpPr>
        <p:spPr>
          <a:xfrm rot="10800000" flipH="1">
            <a:off x="4511737" y="2342984"/>
            <a:ext cx="3476400" cy="160500"/>
          </a:xfrm>
          <a:prstGeom prst="bentConnector3">
            <a:avLst>
              <a:gd name="adj1" fmla="val 50000"/>
            </a:avLst>
          </a:prstGeom>
          <a:noFill/>
          <a:ln w="12700" cap="flat" cmpd="sng">
            <a:solidFill>
              <a:srgbClr val="535B63"/>
            </a:solidFill>
            <a:prstDash val="solid"/>
            <a:miter lim="800000"/>
            <a:headEnd type="none" w="sm" len="sm"/>
            <a:tailEnd type="stealth" w="med" len="med"/>
          </a:ln>
        </p:spPr>
      </p:cxnSp>
      <p:cxnSp>
        <p:nvCxnSpPr>
          <p:cNvPr id="457" name="Google Shape;457;p70"/>
          <p:cNvCxnSpPr/>
          <p:nvPr/>
        </p:nvCxnSpPr>
        <p:spPr>
          <a:xfrm>
            <a:off x="4493333" y="2583950"/>
            <a:ext cx="2838000" cy="326700"/>
          </a:xfrm>
          <a:prstGeom prst="bentConnector3">
            <a:avLst>
              <a:gd name="adj1" fmla="val 64145"/>
            </a:avLst>
          </a:prstGeom>
          <a:noFill/>
          <a:ln w="12700" cap="flat" cmpd="sng">
            <a:solidFill>
              <a:srgbClr val="535B63"/>
            </a:solidFill>
            <a:prstDash val="solid"/>
            <a:miter lim="800000"/>
            <a:headEnd type="none" w="sm" len="sm"/>
            <a:tailEnd type="stealth" w="med" len="med"/>
          </a:ln>
        </p:spPr>
      </p:cxnSp>
      <p:cxnSp>
        <p:nvCxnSpPr>
          <p:cNvPr id="458" name="Google Shape;458;p70"/>
          <p:cNvCxnSpPr/>
          <p:nvPr/>
        </p:nvCxnSpPr>
        <p:spPr>
          <a:xfrm>
            <a:off x="4506384" y="2632110"/>
            <a:ext cx="3512400" cy="799500"/>
          </a:xfrm>
          <a:prstGeom prst="bentConnector3">
            <a:avLst>
              <a:gd name="adj1" fmla="val 46665"/>
            </a:avLst>
          </a:prstGeom>
          <a:noFill/>
          <a:ln w="12700" cap="flat" cmpd="sng">
            <a:solidFill>
              <a:srgbClr val="535B63"/>
            </a:solidFill>
            <a:prstDash val="solid"/>
            <a:miter lim="800000"/>
            <a:headEnd type="none" w="sm" len="sm"/>
            <a:tailEnd type="stealth" w="med" len="med"/>
          </a:ln>
        </p:spPr>
      </p:cxnSp>
      <p:sp>
        <p:nvSpPr>
          <p:cNvPr id="459" name="Google Shape;459;p70"/>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71"/>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Template structure</a:t>
            </a:r>
            <a:endParaRPr/>
          </a:p>
        </p:txBody>
      </p:sp>
      <p:grpSp>
        <p:nvGrpSpPr>
          <p:cNvPr id="465" name="Google Shape;465;p71"/>
          <p:cNvGrpSpPr/>
          <p:nvPr/>
        </p:nvGrpSpPr>
        <p:grpSpPr>
          <a:xfrm>
            <a:off x="336835" y="916918"/>
            <a:ext cx="4140923" cy="4064158"/>
            <a:chOff x="2680855" y="687121"/>
            <a:chExt cx="3179700" cy="4426223"/>
          </a:xfrm>
        </p:grpSpPr>
        <p:sp>
          <p:nvSpPr>
            <p:cNvPr id="466" name="Google Shape;466;p71"/>
            <p:cNvSpPr/>
            <p:nvPr/>
          </p:nvSpPr>
          <p:spPr>
            <a:xfrm>
              <a:off x="2680855" y="797654"/>
              <a:ext cx="3179700" cy="4115100"/>
            </a:xfrm>
            <a:prstGeom prst="roundRect">
              <a:avLst>
                <a:gd name="adj" fmla="val 4993"/>
              </a:avLst>
            </a:prstGeom>
            <a:no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467" name="Google Shape;467;p71"/>
            <p:cNvSpPr/>
            <p:nvPr/>
          </p:nvSpPr>
          <p:spPr>
            <a:xfrm>
              <a:off x="2898765" y="687121"/>
              <a:ext cx="285300" cy="263100"/>
            </a:xfrm>
            <a:prstGeom prst="rect">
              <a:avLst/>
            </a:prstGeom>
            <a:solidFill>
              <a:schemeClr val="lt1"/>
            </a:solidFill>
            <a:ln w="9525"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8" name="Google Shape;468;p71"/>
            <p:cNvSpPr txBox="1"/>
            <p:nvPr/>
          </p:nvSpPr>
          <p:spPr>
            <a:xfrm>
              <a:off x="2714144" y="1215744"/>
              <a:ext cx="3076800" cy="3897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100" b="1">
                  <a:solidFill>
                    <a:srgbClr val="0C0C0C"/>
                  </a:solidFill>
                  <a:latin typeface="Arial"/>
                  <a:ea typeface="Arial"/>
                  <a:cs typeface="Arial"/>
                  <a:sym typeface="Arial"/>
                </a:rPr>
                <a:t>■ </a:t>
              </a:r>
              <a:r>
                <a:rPr lang="en-GB" sz="1100" b="1">
                  <a:solidFill>
                    <a:schemeClr val="accent6"/>
                  </a:solidFill>
                  <a:latin typeface="Arial"/>
                  <a:ea typeface="Arial"/>
                  <a:cs typeface="Arial"/>
                  <a:sym typeface="Arial"/>
                </a:rPr>
                <a:t>Parameters</a:t>
              </a:r>
              <a:endParaRPr sz="1100" b="1">
                <a:solidFill>
                  <a:srgbClr val="0C0C0C"/>
                </a:solidFill>
                <a:latin typeface="Arial"/>
                <a:ea typeface="Arial"/>
                <a:cs typeface="Arial"/>
                <a:sym typeface="Arial"/>
              </a:endParaRPr>
            </a:p>
            <a:p>
              <a:pPr marL="0" marR="0" lvl="0" indent="0" algn="l" rtl="0">
                <a:spcBef>
                  <a:spcPts val="0"/>
                </a:spcBef>
                <a:spcAft>
                  <a:spcPts val="0"/>
                </a:spcAft>
                <a:buNone/>
              </a:pPr>
              <a:r>
                <a:rPr lang="en-GB" sz="1100" b="1">
                  <a:solidFill>
                    <a:schemeClr val="accent5"/>
                  </a:solidFill>
                  <a:latin typeface="Arial"/>
                  <a:ea typeface="Arial"/>
                  <a:cs typeface="Arial"/>
                  <a:sym typeface="Arial"/>
                </a:rPr>
                <a:t>■ Mappings</a:t>
              </a:r>
              <a:endParaRPr sz="1100" b="1">
                <a:solidFill>
                  <a:schemeClr val="accent4"/>
                </a:solidFill>
                <a:latin typeface="Arial"/>
                <a:ea typeface="Arial"/>
                <a:cs typeface="Arial"/>
                <a:sym typeface="Arial"/>
              </a:endParaRPr>
            </a:p>
            <a:p>
              <a:pPr marL="0" marR="0" lvl="0" indent="0" algn="l" rtl="0">
                <a:spcBef>
                  <a:spcPts val="0"/>
                </a:spcBef>
                <a:spcAft>
                  <a:spcPts val="0"/>
                </a:spcAft>
                <a:buNone/>
              </a:pPr>
              <a:r>
                <a:rPr lang="en-GB" sz="1100" b="1">
                  <a:solidFill>
                    <a:srgbClr val="079EC7"/>
                  </a:solidFill>
                  <a:latin typeface="Arial"/>
                  <a:ea typeface="Arial"/>
                  <a:cs typeface="Arial"/>
                  <a:sym typeface="Arial"/>
                </a:rPr>
                <a:t>■ Resources</a:t>
              </a:r>
              <a:br>
                <a:rPr lang="en-GB" sz="1100">
                  <a:solidFill>
                    <a:srgbClr val="0C0C0C"/>
                  </a:solidFill>
                  <a:latin typeface="Arial"/>
                  <a:ea typeface="Arial"/>
                  <a:cs typeface="Arial"/>
                  <a:sym typeface="Arial"/>
                </a:rPr>
              </a:br>
              <a:endParaRPr sz="600">
                <a:solidFill>
                  <a:srgbClr val="0C0C0C"/>
                </a:solidFill>
                <a:latin typeface="Arial"/>
                <a:ea typeface="Arial"/>
                <a:cs typeface="Arial"/>
                <a:sym typeface="Arial"/>
              </a:endParaRPr>
            </a:p>
            <a:p>
              <a:pPr marL="114300" marR="0" lvl="1" indent="0" algn="l" rtl="0">
                <a:spcBef>
                  <a:spcPts val="0"/>
                </a:spcBef>
                <a:spcAft>
                  <a:spcPts val="0"/>
                </a:spcAft>
                <a:buNone/>
              </a:pPr>
              <a:r>
                <a:rPr lang="en-GB" sz="1100" b="0" i="0" u="none" strike="noStrike" cap="none">
                  <a:solidFill>
                    <a:srgbClr val="0C0C0C"/>
                  </a:solidFill>
                  <a:latin typeface="Arial"/>
                  <a:ea typeface="Arial"/>
                  <a:cs typeface="Arial"/>
                  <a:sym typeface="Arial"/>
                </a:rPr>
                <a:t>◆ AWS::EC2::Instance</a:t>
              </a:r>
              <a:br>
                <a:rPr lang="en-GB" sz="1100" b="0" i="0" u="none" strike="noStrike" cap="none">
                  <a:solidFill>
                    <a:srgbClr val="0C0C0C"/>
                  </a:solidFill>
                  <a:latin typeface="Arial"/>
                  <a:ea typeface="Arial"/>
                  <a:cs typeface="Arial"/>
                  <a:sym typeface="Arial"/>
                </a:rPr>
              </a:br>
              <a:endParaRPr sz="600" b="0" i="0" u="none" strike="noStrike" cap="none">
                <a:solidFill>
                  <a:srgbClr val="0C0C0C"/>
                </a:solidFill>
                <a:latin typeface="Arial"/>
                <a:ea typeface="Arial"/>
                <a:cs typeface="Arial"/>
                <a:sym typeface="Arial"/>
              </a:endParaRPr>
            </a:p>
            <a:p>
              <a:pPr marL="228600" marR="0" lvl="2" indent="0" algn="l" rtl="0">
                <a:spcBef>
                  <a:spcPts val="0"/>
                </a:spcBef>
                <a:spcAft>
                  <a:spcPts val="0"/>
                </a:spcAft>
                <a:buNone/>
              </a:pPr>
              <a:r>
                <a:rPr lang="en-GB" sz="1100" b="0" i="0" u="none" strike="noStrike" cap="none">
                  <a:solidFill>
                    <a:srgbClr val="0C0C0C"/>
                  </a:solidFill>
                  <a:latin typeface="Arial"/>
                  <a:ea typeface="Arial"/>
                  <a:cs typeface="Arial"/>
                  <a:sym typeface="Arial"/>
                </a:rPr>
                <a:t>+ Properties/UserData</a:t>
              </a:r>
              <a:br>
                <a:rPr lang="en-GB" sz="1100" b="0" i="0" u="none" strike="noStrike" cap="none">
                  <a:solidFill>
                    <a:srgbClr val="0C0C0C"/>
                  </a:solidFill>
                  <a:latin typeface="Arial"/>
                  <a:ea typeface="Arial"/>
                  <a:cs typeface="Arial"/>
                  <a:sym typeface="Arial"/>
                </a:rPr>
              </a:br>
              <a:endParaRPr sz="600" b="0" i="0" u="none" strike="noStrike" cap="none">
                <a:solidFill>
                  <a:srgbClr val="0C0C0C"/>
                </a:solidFill>
                <a:latin typeface="Arial"/>
                <a:ea typeface="Arial"/>
                <a:cs typeface="Arial"/>
                <a:sym typeface="Arial"/>
              </a:endParaRPr>
            </a:p>
            <a:p>
              <a:pPr marL="228600" marR="0" lvl="2" indent="0" algn="l" rtl="0">
                <a:spcBef>
                  <a:spcPts val="0"/>
                </a:spcBef>
                <a:spcAft>
                  <a:spcPts val="0"/>
                </a:spcAft>
                <a:buNone/>
              </a:pPr>
              <a:r>
                <a:rPr lang="en-GB" sz="1100" b="0" i="0" u="none" strike="noStrike" cap="none">
                  <a:solidFill>
                    <a:srgbClr val="0C0C0C"/>
                  </a:solidFill>
                  <a:latin typeface="Arial"/>
                  <a:ea typeface="Arial"/>
                  <a:cs typeface="Arial"/>
                  <a:sym typeface="Arial"/>
                </a:rPr>
                <a:t>+ Metadata/AWS::CloudFormation</a:t>
              </a:r>
              <a:r>
                <a:rPr lang="en-GB" sz="1100" b="0" i="0" u="none" strike="noStrike" cap="none">
                  <a:solidFill>
                    <a:srgbClr val="0C0C0C"/>
                  </a:solidFill>
                  <a:latin typeface="Courier New"/>
                  <a:ea typeface="Courier New"/>
                  <a:cs typeface="Courier New"/>
                  <a:sym typeface="Courier New"/>
                </a:rPr>
                <a:t>::</a:t>
              </a:r>
              <a:r>
                <a:rPr lang="en-GB" sz="1100" b="1" i="0" u="none" strike="noStrike" cap="none">
                  <a:solidFill>
                    <a:srgbClr val="00B050"/>
                  </a:solidFill>
                  <a:latin typeface="Arial"/>
                  <a:ea typeface="Arial"/>
                  <a:cs typeface="Arial"/>
                  <a:sym typeface="Arial"/>
                </a:rPr>
                <a:t>Init</a:t>
              </a:r>
              <a:endParaRPr sz="1100"/>
            </a:p>
            <a:p>
              <a:pPr marL="342900" marR="0" lvl="3" indent="0" algn="l" rtl="0">
                <a:spcBef>
                  <a:spcPts val="0"/>
                </a:spcBef>
                <a:spcAft>
                  <a:spcPts val="0"/>
                </a:spcAft>
                <a:buNone/>
              </a:pPr>
              <a:r>
                <a:rPr lang="en-GB" sz="1100" b="0" i="0" u="none" strike="noStrike" cap="none">
                  <a:solidFill>
                    <a:srgbClr val="0C0C0C"/>
                  </a:solidFill>
                  <a:latin typeface="Arial"/>
                  <a:ea typeface="Arial"/>
                  <a:cs typeface="Arial"/>
                  <a:sym typeface="Arial"/>
                </a:rPr>
                <a:t>▪ Packages</a:t>
              </a:r>
              <a:endParaRPr sz="1100"/>
            </a:p>
            <a:p>
              <a:pPr marL="342900" marR="0" lvl="3" indent="0" algn="l" rtl="0">
                <a:spcBef>
                  <a:spcPts val="0"/>
                </a:spcBef>
                <a:spcAft>
                  <a:spcPts val="0"/>
                </a:spcAft>
                <a:buNone/>
              </a:pPr>
              <a:r>
                <a:rPr lang="en-GB" sz="1100" b="0" i="0" u="none" strike="noStrike" cap="none">
                  <a:solidFill>
                    <a:srgbClr val="0C0C0C"/>
                  </a:solidFill>
                  <a:latin typeface="Arial"/>
                  <a:ea typeface="Arial"/>
                  <a:cs typeface="Arial"/>
                  <a:sym typeface="Arial"/>
                </a:rPr>
                <a:t>▪ Groups</a:t>
              </a:r>
              <a:endParaRPr sz="1100"/>
            </a:p>
            <a:p>
              <a:pPr marL="342900" marR="0" lvl="3" indent="0" algn="l" rtl="0">
                <a:spcBef>
                  <a:spcPts val="0"/>
                </a:spcBef>
                <a:spcAft>
                  <a:spcPts val="0"/>
                </a:spcAft>
                <a:buNone/>
              </a:pPr>
              <a:r>
                <a:rPr lang="en-GB" sz="1100" b="0" i="0" u="none" strike="noStrike" cap="none">
                  <a:solidFill>
                    <a:srgbClr val="0C0C0C"/>
                  </a:solidFill>
                  <a:latin typeface="Arial"/>
                  <a:ea typeface="Arial"/>
                  <a:cs typeface="Arial"/>
                  <a:sym typeface="Arial"/>
                </a:rPr>
                <a:t>▪ Users</a:t>
              </a:r>
              <a:endParaRPr sz="1100" b="0" i="0" u="none" strike="noStrike" cap="none">
                <a:solidFill>
                  <a:srgbClr val="0C0C0C"/>
                </a:solidFill>
                <a:latin typeface="Arial"/>
                <a:ea typeface="Arial"/>
                <a:cs typeface="Arial"/>
                <a:sym typeface="Arial"/>
              </a:endParaRPr>
            </a:p>
            <a:p>
              <a:pPr marL="342900" marR="0" lvl="3" indent="0" algn="l" rtl="0">
                <a:spcBef>
                  <a:spcPts val="0"/>
                </a:spcBef>
                <a:spcAft>
                  <a:spcPts val="0"/>
                </a:spcAft>
                <a:buNone/>
              </a:pPr>
              <a:r>
                <a:rPr lang="en-GB" sz="1100" b="0" i="0" u="none" strike="noStrike" cap="none">
                  <a:solidFill>
                    <a:srgbClr val="0C0C0C"/>
                  </a:solidFill>
                  <a:latin typeface="Arial"/>
                  <a:ea typeface="Arial"/>
                  <a:cs typeface="Arial"/>
                  <a:sym typeface="Arial"/>
                </a:rPr>
                <a:t>▪ Sources</a:t>
              </a:r>
              <a:endParaRPr sz="1100" b="0" i="0" u="none" strike="noStrike" cap="none">
                <a:solidFill>
                  <a:srgbClr val="0C0C0C"/>
                </a:solidFill>
                <a:latin typeface="Arial"/>
                <a:ea typeface="Arial"/>
                <a:cs typeface="Arial"/>
                <a:sym typeface="Arial"/>
              </a:endParaRPr>
            </a:p>
            <a:p>
              <a:pPr marL="342900" marR="0" lvl="3" indent="0" algn="l" rtl="0">
                <a:spcBef>
                  <a:spcPts val="0"/>
                </a:spcBef>
                <a:spcAft>
                  <a:spcPts val="0"/>
                </a:spcAft>
                <a:buNone/>
              </a:pPr>
              <a:r>
                <a:rPr lang="en-GB" sz="1100" b="0" i="0" u="none" strike="noStrike" cap="none">
                  <a:solidFill>
                    <a:srgbClr val="0C0C0C"/>
                  </a:solidFill>
                  <a:latin typeface="Arial"/>
                  <a:ea typeface="Arial"/>
                  <a:cs typeface="Arial"/>
                  <a:sym typeface="Arial"/>
                </a:rPr>
                <a:t>▪ Files</a:t>
              </a:r>
              <a:endParaRPr sz="1100"/>
            </a:p>
            <a:p>
              <a:pPr marL="342900" marR="0" lvl="3" indent="0" algn="l" rtl="0">
                <a:spcBef>
                  <a:spcPts val="0"/>
                </a:spcBef>
                <a:spcAft>
                  <a:spcPts val="0"/>
                </a:spcAft>
                <a:buNone/>
              </a:pPr>
              <a:r>
                <a:rPr lang="en-GB" sz="1100" b="0" i="0" u="none" strike="noStrike" cap="none">
                  <a:solidFill>
                    <a:srgbClr val="0C0C0C"/>
                  </a:solidFill>
                  <a:latin typeface="Arial"/>
                  <a:ea typeface="Arial"/>
                  <a:cs typeface="Arial"/>
                  <a:sym typeface="Arial"/>
                </a:rPr>
                <a:t>▪ Commands</a:t>
              </a:r>
              <a:endParaRPr sz="1100"/>
            </a:p>
            <a:p>
              <a:pPr marL="469900" marR="0" lvl="3" indent="-133350" algn="l" rtl="0">
                <a:spcBef>
                  <a:spcPts val="0"/>
                </a:spcBef>
                <a:spcAft>
                  <a:spcPts val="0"/>
                </a:spcAft>
                <a:buClr>
                  <a:srgbClr val="0C0C0C"/>
                </a:buClr>
                <a:buSzPts val="1100"/>
                <a:buFont typeface="Noto Sans Symbols"/>
                <a:buChar char="▪"/>
              </a:pPr>
              <a:r>
                <a:rPr lang="en-GB" sz="1100" b="0" i="0" u="none" strike="noStrike" cap="none">
                  <a:solidFill>
                    <a:srgbClr val="0C0C0C"/>
                  </a:solidFill>
                  <a:latin typeface="Arial"/>
                  <a:ea typeface="Arial"/>
                  <a:cs typeface="Arial"/>
                  <a:sym typeface="Arial"/>
                </a:rPr>
                <a:t>Services</a:t>
              </a:r>
              <a:endParaRPr sz="1100"/>
            </a:p>
            <a:p>
              <a:pPr marL="558800" marR="0" lvl="3" indent="-222250" algn="l" rtl="0">
                <a:spcBef>
                  <a:spcPts val="0"/>
                </a:spcBef>
                <a:spcAft>
                  <a:spcPts val="0"/>
                </a:spcAft>
                <a:buClr>
                  <a:srgbClr val="0C0C0C"/>
                </a:buClr>
                <a:buSzPts val="1100"/>
                <a:buFont typeface="Noto Sans Symbols"/>
                <a:buChar char="▪"/>
              </a:pPr>
              <a:r>
                <a:rPr lang="en-GB" sz="1100" b="0" i="0" u="none" strike="noStrike" cap="none">
                  <a:solidFill>
                    <a:srgbClr val="0C0C0C"/>
                  </a:solidFill>
                  <a:latin typeface="Arial"/>
                  <a:ea typeface="Arial"/>
                  <a:cs typeface="Arial"/>
                  <a:sym typeface="Arial"/>
                </a:rPr>
                <a:t> </a:t>
              </a:r>
              <a:endParaRPr sz="600" b="0" i="0" u="none" strike="noStrike" cap="none">
                <a:solidFill>
                  <a:srgbClr val="0C0C0C"/>
                </a:solidFill>
                <a:latin typeface="Arial"/>
                <a:ea typeface="Arial"/>
                <a:cs typeface="Arial"/>
                <a:sym typeface="Arial"/>
              </a:endParaRPr>
            </a:p>
            <a:p>
              <a:pPr marL="114300" marR="0" lvl="1" indent="0" algn="l" rtl="0">
                <a:spcBef>
                  <a:spcPts val="0"/>
                </a:spcBef>
                <a:spcAft>
                  <a:spcPts val="0"/>
                </a:spcAft>
                <a:buNone/>
              </a:pPr>
              <a:r>
                <a:rPr lang="en-GB" sz="1100" b="0" i="0" u="none" strike="noStrike" cap="none">
                  <a:solidFill>
                    <a:srgbClr val="0C0C0C"/>
                  </a:solidFill>
                  <a:latin typeface="Arial"/>
                  <a:ea typeface="Arial"/>
                  <a:cs typeface="Arial"/>
                  <a:sym typeface="Arial"/>
                </a:rPr>
                <a:t>◆ AWS::CloudFormation::</a:t>
              </a:r>
              <a:r>
                <a:rPr lang="en-GB" sz="1100" b="1" i="0" u="none" strike="noStrike" cap="none">
                  <a:solidFill>
                    <a:srgbClr val="0070C0"/>
                  </a:solidFill>
                  <a:latin typeface="Arial"/>
                  <a:ea typeface="Arial"/>
                  <a:cs typeface="Arial"/>
                  <a:sym typeface="Arial"/>
                </a:rPr>
                <a:t>WaitCondition</a:t>
              </a:r>
              <a:endParaRPr sz="1100"/>
            </a:p>
            <a:p>
              <a:pPr marL="571500" marR="0" lvl="3" indent="-228600" algn="l" rtl="0">
                <a:spcBef>
                  <a:spcPts val="0"/>
                </a:spcBef>
                <a:spcAft>
                  <a:spcPts val="0"/>
                </a:spcAft>
                <a:buNone/>
              </a:pPr>
              <a:r>
                <a:rPr lang="en-GB" sz="1100" b="0" i="0" u="none" strike="noStrike" cap="none">
                  <a:solidFill>
                    <a:srgbClr val="0C0C0C"/>
                  </a:solidFill>
                  <a:latin typeface="Arial"/>
                  <a:ea typeface="Arial"/>
                  <a:cs typeface="Arial"/>
                  <a:sym typeface="Arial"/>
                </a:rPr>
                <a:t>▪ DependsOn: EC2 Instance</a:t>
              </a:r>
              <a:br>
                <a:rPr lang="en-GB" sz="1100" b="0" i="0" u="none" strike="noStrike" cap="none">
                  <a:solidFill>
                    <a:srgbClr val="0C0C0C"/>
                  </a:solidFill>
                  <a:latin typeface="Arial"/>
                  <a:ea typeface="Arial"/>
                  <a:cs typeface="Arial"/>
                  <a:sym typeface="Arial"/>
                </a:rPr>
              </a:br>
              <a:endParaRPr sz="600" b="0" i="0" u="none" strike="noStrike" cap="none">
                <a:solidFill>
                  <a:srgbClr val="0C0C0C"/>
                </a:solidFill>
                <a:latin typeface="Arial"/>
                <a:ea typeface="Arial"/>
                <a:cs typeface="Arial"/>
                <a:sym typeface="Arial"/>
              </a:endParaRPr>
            </a:p>
            <a:p>
              <a:pPr marL="342900" marR="0" lvl="3" indent="-228600" algn="l" rtl="0">
                <a:spcBef>
                  <a:spcPts val="0"/>
                </a:spcBef>
                <a:spcAft>
                  <a:spcPts val="0"/>
                </a:spcAft>
                <a:buNone/>
              </a:pPr>
              <a:r>
                <a:rPr lang="en-GB" sz="1100" b="0" i="0" u="none" strike="noStrike" cap="none">
                  <a:solidFill>
                    <a:srgbClr val="0C0C0C"/>
                  </a:solidFill>
                  <a:latin typeface="Arial"/>
                  <a:ea typeface="Arial"/>
                  <a:cs typeface="Arial"/>
                  <a:sym typeface="Arial"/>
                </a:rPr>
                <a:t>◆ AWS</a:t>
              </a:r>
              <a:r>
                <a:rPr lang="en-GB" sz="800" b="0" i="0" u="none" strike="noStrike" cap="none">
                  <a:solidFill>
                    <a:srgbClr val="0C0C0C"/>
                  </a:solidFill>
                  <a:latin typeface="Arial"/>
                  <a:ea typeface="Arial"/>
                  <a:cs typeface="Arial"/>
                  <a:sym typeface="Arial"/>
                </a:rPr>
                <a:t>::</a:t>
              </a:r>
              <a:r>
                <a:rPr lang="en-GB" sz="1100" b="0" i="0" u="none" strike="noStrike" cap="none">
                  <a:solidFill>
                    <a:srgbClr val="0C0C0C"/>
                  </a:solidFill>
                  <a:latin typeface="Arial"/>
                  <a:ea typeface="Arial"/>
                  <a:cs typeface="Arial"/>
                  <a:sym typeface="Arial"/>
                </a:rPr>
                <a:t>CloudFormation</a:t>
              </a:r>
              <a:r>
                <a:rPr lang="en-GB" sz="800" b="0" i="0" u="none" strike="noStrike" cap="none">
                  <a:solidFill>
                    <a:srgbClr val="0C0C0C"/>
                  </a:solidFill>
                  <a:latin typeface="Arial"/>
                  <a:ea typeface="Arial"/>
                  <a:cs typeface="Arial"/>
                  <a:sym typeface="Arial"/>
                </a:rPr>
                <a:t>::</a:t>
              </a:r>
              <a:r>
                <a:rPr lang="en-GB" sz="1100" b="0" i="0" u="none" strike="noStrike" cap="none">
                  <a:solidFill>
                    <a:srgbClr val="0C0C0C"/>
                  </a:solidFill>
                  <a:latin typeface="Arial"/>
                  <a:ea typeface="Arial"/>
                  <a:cs typeface="Arial"/>
                  <a:sym typeface="Arial"/>
                </a:rPr>
                <a:t>WaitConditionHandle</a:t>
              </a:r>
              <a:endParaRPr sz="1100"/>
            </a:p>
            <a:p>
              <a:pPr marL="342900" marR="0" lvl="3" indent="-228600" algn="l" rtl="0">
                <a:spcBef>
                  <a:spcPts val="0"/>
                </a:spcBef>
                <a:spcAft>
                  <a:spcPts val="0"/>
                </a:spcAft>
                <a:buNone/>
              </a:pPr>
              <a:endParaRPr sz="600" b="0" i="0" u="none" strike="noStrike" cap="none">
                <a:solidFill>
                  <a:srgbClr val="0C0C0C"/>
                </a:solidFill>
                <a:latin typeface="Arial"/>
                <a:ea typeface="Arial"/>
                <a:cs typeface="Arial"/>
                <a:sym typeface="Arial"/>
              </a:endParaRPr>
            </a:p>
            <a:p>
              <a:pPr marL="0" marR="0" lvl="0" indent="0" algn="l" rtl="0">
                <a:spcBef>
                  <a:spcPts val="0"/>
                </a:spcBef>
                <a:spcAft>
                  <a:spcPts val="0"/>
                </a:spcAft>
                <a:buNone/>
              </a:pPr>
              <a:r>
                <a:rPr lang="en-GB" sz="1100" b="1">
                  <a:solidFill>
                    <a:srgbClr val="289186"/>
                  </a:solidFill>
                  <a:latin typeface="Arial"/>
                  <a:ea typeface="Arial"/>
                  <a:cs typeface="Arial"/>
                  <a:sym typeface="Arial"/>
                </a:rPr>
                <a:t>■ Outputs</a:t>
              </a:r>
              <a:endParaRPr sz="1100" b="1">
                <a:solidFill>
                  <a:srgbClr val="289186"/>
                </a:solidFill>
                <a:latin typeface="Courier New"/>
                <a:ea typeface="Courier New"/>
                <a:cs typeface="Courier New"/>
                <a:sym typeface="Courier New"/>
              </a:endParaRPr>
            </a:p>
          </p:txBody>
        </p:sp>
      </p:grpSp>
      <p:sp>
        <p:nvSpPr>
          <p:cNvPr id="469" name="Google Shape;469;p71"/>
          <p:cNvSpPr txBox="1"/>
          <p:nvPr/>
        </p:nvSpPr>
        <p:spPr>
          <a:xfrm>
            <a:off x="4813233" y="1138382"/>
            <a:ext cx="36264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b="1">
                <a:solidFill>
                  <a:schemeClr val="accent6"/>
                </a:solidFill>
                <a:latin typeface="Arial"/>
                <a:ea typeface="Arial"/>
                <a:cs typeface="Arial"/>
                <a:sym typeface="Arial"/>
              </a:rPr>
              <a:t>Parameters</a:t>
            </a:r>
            <a:r>
              <a:rPr lang="en-GB" sz="1400">
                <a:solidFill>
                  <a:schemeClr val="accent6"/>
                </a:solidFill>
                <a:latin typeface="Arial"/>
                <a:ea typeface="Arial"/>
                <a:cs typeface="Arial"/>
                <a:sym typeface="Arial"/>
              </a:rPr>
              <a:t>: </a:t>
            </a:r>
            <a:r>
              <a:rPr lang="en-GB" sz="1400">
                <a:solidFill>
                  <a:schemeClr val="dk1"/>
                </a:solidFill>
                <a:latin typeface="Arial"/>
                <a:ea typeface="Arial"/>
                <a:cs typeface="Arial"/>
                <a:sym typeface="Arial"/>
              </a:rPr>
              <a:t>Inputs into template</a:t>
            </a:r>
            <a:endParaRPr sz="1100"/>
          </a:p>
        </p:txBody>
      </p:sp>
      <p:sp>
        <p:nvSpPr>
          <p:cNvPr id="470" name="Google Shape;470;p71"/>
          <p:cNvSpPr txBox="1"/>
          <p:nvPr/>
        </p:nvSpPr>
        <p:spPr>
          <a:xfrm>
            <a:off x="4813232" y="1693805"/>
            <a:ext cx="40032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b="1">
                <a:solidFill>
                  <a:schemeClr val="accent5"/>
                </a:solidFill>
                <a:latin typeface="Arial"/>
                <a:ea typeface="Arial"/>
                <a:cs typeface="Arial"/>
                <a:sym typeface="Arial"/>
              </a:rPr>
              <a:t>Mappings</a:t>
            </a:r>
            <a:r>
              <a:rPr lang="en-GB" sz="1400">
                <a:solidFill>
                  <a:schemeClr val="accent5"/>
                </a:solidFill>
                <a:latin typeface="Arial"/>
                <a:ea typeface="Arial"/>
                <a:cs typeface="Arial"/>
                <a:sym typeface="Arial"/>
              </a:rPr>
              <a:t>: </a:t>
            </a:r>
            <a:r>
              <a:rPr lang="en-GB" sz="1400">
                <a:solidFill>
                  <a:schemeClr val="dk1"/>
                </a:solidFill>
                <a:latin typeface="Arial"/>
                <a:ea typeface="Arial"/>
                <a:cs typeface="Arial"/>
                <a:sym typeface="Arial"/>
              </a:rPr>
              <a:t>Static variables (typically latest AMIs)</a:t>
            </a:r>
            <a:endParaRPr sz="1100"/>
          </a:p>
        </p:txBody>
      </p:sp>
      <p:sp>
        <p:nvSpPr>
          <p:cNvPr id="471" name="Google Shape;471;p71"/>
          <p:cNvSpPr txBox="1"/>
          <p:nvPr/>
        </p:nvSpPr>
        <p:spPr>
          <a:xfrm>
            <a:off x="4813233" y="2249229"/>
            <a:ext cx="36264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b="1">
                <a:solidFill>
                  <a:srgbClr val="079EC7"/>
                </a:solidFill>
                <a:latin typeface="Arial"/>
                <a:ea typeface="Arial"/>
                <a:cs typeface="Arial"/>
                <a:sym typeface="Arial"/>
              </a:rPr>
              <a:t>Resources</a:t>
            </a:r>
            <a:r>
              <a:rPr lang="en-GB" sz="1400">
                <a:solidFill>
                  <a:srgbClr val="079EC7"/>
                </a:solidFill>
                <a:latin typeface="Arial"/>
                <a:ea typeface="Arial"/>
                <a:cs typeface="Arial"/>
                <a:sym typeface="Arial"/>
              </a:rPr>
              <a:t>: </a:t>
            </a:r>
            <a:r>
              <a:rPr lang="en-GB" sz="1400">
                <a:solidFill>
                  <a:schemeClr val="dk1"/>
                </a:solidFill>
                <a:latin typeface="Arial"/>
                <a:ea typeface="Arial"/>
                <a:cs typeface="Arial"/>
                <a:sym typeface="Arial"/>
              </a:rPr>
              <a:t>AWS assets to create</a:t>
            </a:r>
            <a:endParaRPr sz="1100"/>
          </a:p>
        </p:txBody>
      </p:sp>
      <p:sp>
        <p:nvSpPr>
          <p:cNvPr id="472" name="Google Shape;472;p71"/>
          <p:cNvSpPr txBox="1"/>
          <p:nvPr/>
        </p:nvSpPr>
        <p:spPr>
          <a:xfrm>
            <a:off x="4813232" y="2804653"/>
            <a:ext cx="3897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b="1">
                <a:solidFill>
                  <a:srgbClr val="00B050"/>
                </a:solidFill>
                <a:latin typeface="Arial"/>
                <a:ea typeface="Arial"/>
                <a:cs typeface="Arial"/>
                <a:sym typeface="Arial"/>
              </a:rPr>
              <a:t>Init</a:t>
            </a:r>
            <a:r>
              <a:rPr lang="en-GB" sz="1400">
                <a:solidFill>
                  <a:srgbClr val="00B050"/>
                </a:solidFill>
                <a:latin typeface="Arial"/>
                <a:ea typeface="Arial"/>
                <a:cs typeface="Arial"/>
                <a:sym typeface="Arial"/>
              </a:rPr>
              <a:t>: </a:t>
            </a:r>
            <a:r>
              <a:rPr lang="en-GB" sz="1400">
                <a:solidFill>
                  <a:schemeClr val="dk1"/>
                </a:solidFill>
                <a:latin typeface="Arial"/>
                <a:ea typeface="Arial"/>
                <a:cs typeface="Arial"/>
                <a:sym typeface="Arial"/>
              </a:rPr>
              <a:t>Custom applications to run during startup</a:t>
            </a:r>
            <a:endParaRPr sz="1100"/>
          </a:p>
        </p:txBody>
      </p:sp>
      <p:sp>
        <p:nvSpPr>
          <p:cNvPr id="473" name="Google Shape;473;p71"/>
          <p:cNvSpPr txBox="1"/>
          <p:nvPr/>
        </p:nvSpPr>
        <p:spPr>
          <a:xfrm>
            <a:off x="5189992" y="3325450"/>
            <a:ext cx="3626400" cy="500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b="1">
                <a:solidFill>
                  <a:srgbClr val="0070C0"/>
                </a:solidFill>
                <a:latin typeface="Arial"/>
                <a:ea typeface="Arial"/>
                <a:cs typeface="Arial"/>
                <a:sym typeface="Arial"/>
              </a:rPr>
              <a:t>WaitCondition</a:t>
            </a:r>
            <a:r>
              <a:rPr lang="en-GB" sz="1400">
                <a:solidFill>
                  <a:srgbClr val="0070C0"/>
                </a:solidFill>
                <a:latin typeface="Arial"/>
                <a:ea typeface="Arial"/>
                <a:cs typeface="Arial"/>
                <a:sym typeface="Arial"/>
              </a:rPr>
              <a:t>: </a:t>
            </a:r>
            <a:r>
              <a:rPr lang="en-GB" sz="1400">
                <a:solidFill>
                  <a:schemeClr val="dk1"/>
                </a:solidFill>
                <a:latin typeface="Arial"/>
                <a:ea typeface="Arial"/>
                <a:cs typeface="Arial"/>
                <a:sym typeface="Arial"/>
              </a:rPr>
              <a:t>Signal from instance that user data has completed running</a:t>
            </a:r>
            <a:endParaRPr sz="1100"/>
          </a:p>
        </p:txBody>
      </p:sp>
      <p:sp>
        <p:nvSpPr>
          <p:cNvPr id="474" name="Google Shape;474;p71"/>
          <p:cNvSpPr txBox="1"/>
          <p:nvPr/>
        </p:nvSpPr>
        <p:spPr>
          <a:xfrm>
            <a:off x="4813232" y="4130990"/>
            <a:ext cx="3626400" cy="715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b="1">
                <a:solidFill>
                  <a:srgbClr val="289186"/>
                </a:solidFill>
                <a:latin typeface="Arial"/>
                <a:ea typeface="Arial"/>
                <a:cs typeface="Arial"/>
                <a:sym typeface="Arial"/>
              </a:rPr>
              <a:t>Outputs</a:t>
            </a:r>
            <a:r>
              <a:rPr lang="en-GB" sz="1400">
                <a:solidFill>
                  <a:srgbClr val="289186"/>
                </a:solidFill>
                <a:latin typeface="Arial"/>
                <a:ea typeface="Arial"/>
                <a:cs typeface="Arial"/>
                <a:sym typeface="Arial"/>
              </a:rPr>
              <a:t>: </a:t>
            </a:r>
            <a:r>
              <a:rPr lang="en-GB" sz="1400">
                <a:solidFill>
                  <a:schemeClr val="dk1"/>
                </a:solidFill>
                <a:latin typeface="Arial"/>
                <a:ea typeface="Arial"/>
                <a:cs typeface="Arial"/>
                <a:sym typeface="Arial"/>
              </a:rPr>
              <a:t>Values of custom resources created by template (URLs, usernames, etc.)</a:t>
            </a:r>
            <a:endParaRPr sz="1100"/>
          </a:p>
        </p:txBody>
      </p:sp>
      <p:sp>
        <p:nvSpPr>
          <p:cNvPr id="475" name="Google Shape;475;p71"/>
          <p:cNvSpPr txBox="1"/>
          <p:nvPr/>
        </p:nvSpPr>
        <p:spPr>
          <a:xfrm>
            <a:off x="649273" y="1194575"/>
            <a:ext cx="16419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200">
                <a:solidFill>
                  <a:schemeClr val="dk1"/>
                </a:solidFill>
                <a:latin typeface="Arial"/>
                <a:ea typeface="Arial"/>
                <a:cs typeface="Arial"/>
                <a:sym typeface="Arial"/>
              </a:rPr>
              <a:t>Template</a:t>
            </a:r>
            <a:endParaRPr sz="1100"/>
          </a:p>
        </p:txBody>
      </p:sp>
      <p:pic>
        <p:nvPicPr>
          <p:cNvPr id="476" name="Google Shape;476;p71"/>
          <p:cNvPicPr preferRelativeResize="0"/>
          <p:nvPr/>
        </p:nvPicPr>
        <p:blipFill rotWithShape="1">
          <a:blip r:embed="rId3">
            <a:alphaModFix/>
          </a:blip>
          <a:srcRect/>
          <a:stretch/>
        </p:blipFill>
        <p:spPr>
          <a:xfrm>
            <a:off x="524452" y="882058"/>
            <a:ext cx="467647" cy="467647"/>
          </a:xfrm>
          <a:prstGeom prst="rect">
            <a:avLst/>
          </a:prstGeom>
          <a:noFill/>
          <a:ln>
            <a:noFill/>
          </a:ln>
        </p:spPr>
      </p:pic>
      <p:sp>
        <p:nvSpPr>
          <p:cNvPr id="477" name="Google Shape;477;p71"/>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72"/>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Launch and delete stacks</a:t>
            </a:r>
            <a:endParaRPr/>
          </a:p>
        </p:txBody>
      </p:sp>
      <p:sp>
        <p:nvSpPr>
          <p:cNvPr id="483" name="Google Shape;483;p72"/>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289186"/>
              </a:buClr>
              <a:buSzPts val="2100"/>
              <a:buNone/>
            </a:pPr>
            <a:r>
              <a:rPr lang="en-GB" b="1">
                <a:solidFill>
                  <a:srgbClr val="289186"/>
                </a:solidFill>
              </a:rPr>
              <a:t>Launching and deleting stacks:</a:t>
            </a:r>
            <a:endParaRPr/>
          </a:p>
          <a:p>
            <a:pPr marL="177800" lvl="0" indent="-171450" algn="l" rtl="0">
              <a:lnSpc>
                <a:spcPct val="100000"/>
              </a:lnSpc>
              <a:spcBef>
                <a:spcPts val="800"/>
              </a:spcBef>
              <a:spcAft>
                <a:spcPts val="0"/>
              </a:spcAft>
              <a:buClr>
                <a:schemeClr val="dk1"/>
              </a:buClr>
              <a:buSzPts val="2100"/>
              <a:buChar char="•"/>
            </a:pPr>
            <a:r>
              <a:rPr lang="en-GB"/>
              <a:t>AWS CloudFormation templates can be launched as </a:t>
            </a:r>
            <a:r>
              <a:rPr lang="en-GB" i="1"/>
              <a:t>stacks</a:t>
            </a:r>
            <a:r>
              <a:rPr lang="en-GB"/>
              <a:t> via:</a:t>
            </a:r>
            <a:endParaRPr/>
          </a:p>
          <a:p>
            <a:pPr marL="520700" lvl="1" indent="-177800" algn="l" rtl="0">
              <a:lnSpc>
                <a:spcPct val="100000"/>
              </a:lnSpc>
              <a:spcBef>
                <a:spcPts val="400"/>
              </a:spcBef>
              <a:spcAft>
                <a:spcPts val="0"/>
              </a:spcAft>
              <a:buClr>
                <a:schemeClr val="dk1"/>
              </a:buClr>
              <a:buSzPts val="1800"/>
              <a:buChar char="•"/>
            </a:pPr>
            <a:r>
              <a:rPr lang="en-GB"/>
              <a:t>AWS Management Console</a:t>
            </a:r>
            <a:endParaRPr/>
          </a:p>
          <a:p>
            <a:pPr marL="520700" lvl="1" indent="-177800" algn="l" rtl="0">
              <a:lnSpc>
                <a:spcPct val="100000"/>
              </a:lnSpc>
              <a:spcBef>
                <a:spcPts val="400"/>
              </a:spcBef>
              <a:spcAft>
                <a:spcPts val="0"/>
              </a:spcAft>
              <a:buClr>
                <a:schemeClr val="dk1"/>
              </a:buClr>
              <a:buSzPts val="1800"/>
              <a:buChar char="•"/>
            </a:pPr>
            <a:r>
              <a:rPr lang="en-GB"/>
              <a:t>AWS CLI</a:t>
            </a:r>
            <a:endParaRPr/>
          </a:p>
          <a:p>
            <a:pPr marL="520700" lvl="1" indent="-177800" algn="l" rtl="0">
              <a:lnSpc>
                <a:spcPct val="100000"/>
              </a:lnSpc>
              <a:spcBef>
                <a:spcPts val="400"/>
              </a:spcBef>
              <a:spcAft>
                <a:spcPts val="0"/>
              </a:spcAft>
              <a:buClr>
                <a:schemeClr val="dk1"/>
              </a:buClr>
              <a:buSzPts val="1800"/>
              <a:buChar char="•"/>
            </a:pPr>
            <a:r>
              <a:rPr lang="en-GB"/>
              <a:t>AWS API</a:t>
            </a:r>
            <a:endParaRPr/>
          </a:p>
          <a:p>
            <a:pPr marL="177800" lvl="0" indent="-171450" algn="l" rtl="0">
              <a:lnSpc>
                <a:spcPct val="100000"/>
              </a:lnSpc>
              <a:spcBef>
                <a:spcPts val="800"/>
              </a:spcBef>
              <a:spcAft>
                <a:spcPts val="0"/>
              </a:spcAft>
              <a:buClr>
                <a:schemeClr val="dk1"/>
              </a:buClr>
              <a:buSzPts val="2100"/>
              <a:buChar char="•"/>
            </a:pPr>
            <a:r>
              <a:rPr lang="en-GB"/>
              <a:t>If an error is encountered when you launch a template, all resources are rolled back by default</a:t>
            </a:r>
            <a:endParaRPr/>
          </a:p>
          <a:p>
            <a:pPr marL="177800" lvl="0" indent="-171450" algn="l" rtl="0">
              <a:lnSpc>
                <a:spcPct val="100000"/>
              </a:lnSpc>
              <a:spcBef>
                <a:spcPts val="800"/>
              </a:spcBef>
              <a:spcAft>
                <a:spcPts val="0"/>
              </a:spcAft>
              <a:buClr>
                <a:schemeClr val="dk1"/>
              </a:buClr>
              <a:buSzPts val="2100"/>
              <a:buChar char="•"/>
            </a:pPr>
            <a:r>
              <a:rPr lang="en-GB"/>
              <a:t>When stacks are deleted, resources are rolled back</a:t>
            </a:r>
            <a:endParaRPr/>
          </a:p>
          <a:p>
            <a:pPr marL="520700" lvl="1" indent="-177800" algn="l" rtl="0">
              <a:lnSpc>
                <a:spcPct val="100000"/>
              </a:lnSpc>
              <a:spcBef>
                <a:spcPts val="400"/>
              </a:spcBef>
              <a:spcAft>
                <a:spcPts val="0"/>
              </a:spcAft>
              <a:buClr>
                <a:schemeClr val="dk1"/>
              </a:buClr>
              <a:buSzPts val="1800"/>
              <a:buChar char="•"/>
            </a:pPr>
            <a:r>
              <a:rPr lang="en-GB"/>
              <a:t>You can optionally enable termination protection on a stack</a:t>
            </a:r>
            <a:endParaRPr/>
          </a:p>
        </p:txBody>
      </p:sp>
      <p:sp>
        <p:nvSpPr>
          <p:cNvPr id="484" name="Google Shape;484;p72"/>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73"/>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Define parameters in a template</a:t>
            </a:r>
            <a:endParaRPr/>
          </a:p>
        </p:txBody>
      </p:sp>
      <p:sp>
        <p:nvSpPr>
          <p:cNvPr id="490" name="Google Shape;490;p73"/>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100"/>
              <a:buNone/>
            </a:pPr>
            <a:r>
              <a:rPr lang="en-GB"/>
              <a:t>To </a:t>
            </a:r>
            <a:r>
              <a:rPr lang="en-GB" b="1">
                <a:solidFill>
                  <a:srgbClr val="289186"/>
                </a:solidFill>
              </a:rPr>
              <a:t>define parameters </a:t>
            </a:r>
            <a:r>
              <a:rPr lang="en-GB"/>
              <a:t>in a template:</a:t>
            </a:r>
            <a:endParaRPr/>
          </a:p>
          <a:p>
            <a:pPr marL="177800" lvl="0" indent="-171450" algn="l" rtl="0">
              <a:lnSpc>
                <a:spcPct val="90000"/>
              </a:lnSpc>
              <a:spcBef>
                <a:spcPts val="800"/>
              </a:spcBef>
              <a:spcAft>
                <a:spcPts val="0"/>
              </a:spcAft>
              <a:buClr>
                <a:schemeClr val="dk1"/>
              </a:buClr>
              <a:buSzPts val="2100"/>
              <a:buChar char="•"/>
            </a:pPr>
            <a:r>
              <a:rPr lang="en-GB"/>
              <a:t>Use the optional </a:t>
            </a:r>
            <a:r>
              <a:rPr lang="en-GB" b="1"/>
              <a:t>Parameters</a:t>
            </a:r>
            <a:r>
              <a:rPr lang="en-GB"/>
              <a:t> section to customize your templates</a:t>
            </a:r>
            <a:endParaRPr/>
          </a:p>
          <a:p>
            <a:pPr marL="177800" lvl="0" indent="-171450" algn="l" rtl="0">
              <a:lnSpc>
                <a:spcPct val="90000"/>
              </a:lnSpc>
              <a:spcBef>
                <a:spcPts val="800"/>
              </a:spcBef>
              <a:spcAft>
                <a:spcPts val="0"/>
              </a:spcAft>
              <a:buClr>
                <a:schemeClr val="dk1"/>
              </a:buClr>
              <a:buSzPts val="2100"/>
              <a:buChar char="•"/>
            </a:pPr>
            <a:r>
              <a:rPr lang="en-GB"/>
              <a:t>Parameters enable you to input custom values to your template each time you create or update a stack.</a:t>
            </a:r>
            <a:endParaRPr/>
          </a:p>
          <a:p>
            <a:pPr marL="0" lvl="0" indent="0" algn="l" rtl="0">
              <a:lnSpc>
                <a:spcPct val="90000"/>
              </a:lnSpc>
              <a:spcBef>
                <a:spcPts val="800"/>
              </a:spcBef>
              <a:spcAft>
                <a:spcPts val="0"/>
              </a:spcAft>
              <a:buClr>
                <a:schemeClr val="dk1"/>
              </a:buClr>
              <a:buSzPts val="2100"/>
              <a:buNone/>
            </a:pPr>
            <a:endParaRPr/>
          </a:p>
          <a:p>
            <a:pPr marL="0" lvl="0" indent="0" algn="l" rtl="0">
              <a:lnSpc>
                <a:spcPct val="90000"/>
              </a:lnSpc>
              <a:spcBef>
                <a:spcPts val="800"/>
              </a:spcBef>
              <a:spcAft>
                <a:spcPts val="0"/>
              </a:spcAft>
              <a:buClr>
                <a:schemeClr val="dk1"/>
              </a:buClr>
              <a:buSzPts val="2100"/>
              <a:buNone/>
            </a:pPr>
            <a:endParaRPr/>
          </a:p>
        </p:txBody>
      </p:sp>
      <p:sp>
        <p:nvSpPr>
          <p:cNvPr id="491" name="Google Shape;491;p73"/>
          <p:cNvSpPr txBox="1"/>
          <p:nvPr/>
        </p:nvSpPr>
        <p:spPr>
          <a:xfrm>
            <a:off x="1493421" y="4420249"/>
            <a:ext cx="1711200" cy="500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b="1" i="1">
                <a:solidFill>
                  <a:srgbClr val="289186"/>
                </a:solidFill>
                <a:latin typeface="Arial"/>
                <a:ea typeface="Arial"/>
                <a:cs typeface="Arial"/>
                <a:sym typeface="Arial"/>
              </a:rPr>
              <a:t>Example Parameter</a:t>
            </a:r>
            <a:endParaRPr sz="1100"/>
          </a:p>
        </p:txBody>
      </p:sp>
      <p:pic>
        <p:nvPicPr>
          <p:cNvPr id="492" name="Google Shape;492;p73"/>
          <p:cNvPicPr preferRelativeResize="0"/>
          <p:nvPr/>
        </p:nvPicPr>
        <p:blipFill rotWithShape="1">
          <a:blip r:embed="rId3">
            <a:alphaModFix/>
          </a:blip>
          <a:srcRect/>
          <a:stretch/>
        </p:blipFill>
        <p:spPr>
          <a:xfrm>
            <a:off x="412467" y="2679553"/>
            <a:ext cx="4540417" cy="1740696"/>
          </a:xfrm>
          <a:prstGeom prst="rect">
            <a:avLst/>
          </a:prstGeom>
          <a:noFill/>
          <a:ln>
            <a:noFill/>
          </a:ln>
        </p:spPr>
      </p:pic>
      <p:sp>
        <p:nvSpPr>
          <p:cNvPr id="493" name="Google Shape;493;p73"/>
          <p:cNvSpPr/>
          <p:nvPr/>
        </p:nvSpPr>
        <p:spPr>
          <a:xfrm>
            <a:off x="5166340" y="2380119"/>
            <a:ext cx="3208200" cy="623400"/>
          </a:xfrm>
          <a:prstGeom prst="wedgeRectCallout">
            <a:avLst>
              <a:gd name="adj1" fmla="val -150542"/>
              <a:gd name="adj2" fmla="val 50327"/>
            </a:avLst>
          </a:prstGeom>
          <a:solidFill>
            <a:schemeClr val="lt1"/>
          </a:solidFill>
          <a:ln w="38100" cap="flat" cmpd="sng">
            <a:solidFill>
              <a:srgbClr val="391D7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800">
                <a:solidFill>
                  <a:schemeClr val="dk1"/>
                </a:solidFill>
                <a:latin typeface="Arial"/>
                <a:ea typeface="Arial"/>
                <a:cs typeface="Arial"/>
                <a:sym typeface="Arial"/>
              </a:rPr>
              <a:t>Logical name (unique within the template)</a:t>
            </a:r>
            <a:endParaRPr sz="1100"/>
          </a:p>
        </p:txBody>
      </p:sp>
      <p:sp>
        <p:nvSpPr>
          <p:cNvPr id="494" name="Google Shape;494;p73"/>
          <p:cNvSpPr/>
          <p:nvPr/>
        </p:nvSpPr>
        <p:spPr>
          <a:xfrm>
            <a:off x="5494809" y="3088187"/>
            <a:ext cx="3190500" cy="1731000"/>
          </a:xfrm>
          <a:prstGeom prst="wedgeRectCallout">
            <a:avLst>
              <a:gd name="adj1" fmla="val -130229"/>
              <a:gd name="adj2" fmla="val -25176"/>
            </a:avLst>
          </a:prstGeom>
          <a:solidFill>
            <a:schemeClr val="lt1"/>
          </a:solidFill>
          <a:ln w="38100" cap="flat" cmpd="sng">
            <a:solidFill>
              <a:srgbClr val="391D7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800">
                <a:solidFill>
                  <a:schemeClr val="dk1"/>
                </a:solidFill>
                <a:latin typeface="Arial"/>
                <a:ea typeface="Arial"/>
                <a:cs typeface="Arial"/>
                <a:sym typeface="Arial"/>
              </a:rPr>
              <a:t>Must specify a supported data type (one of String, Number, List, CommaDelimitedList, AWS-specific parameter, or SSM parameter )</a:t>
            </a:r>
            <a:endParaRPr sz="1100"/>
          </a:p>
        </p:txBody>
      </p:sp>
      <p:sp>
        <p:nvSpPr>
          <p:cNvPr id="495" name="Google Shape;495;p73"/>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74"/>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Reference a parameter</a:t>
            </a:r>
            <a:endParaRPr/>
          </a:p>
        </p:txBody>
      </p:sp>
      <p:sp>
        <p:nvSpPr>
          <p:cNvPr id="501" name="Google Shape;501;p74"/>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100"/>
              <a:buNone/>
            </a:pPr>
            <a:r>
              <a:rPr lang="en-GB"/>
              <a:t>To reference a parameter:</a:t>
            </a:r>
            <a:endParaRPr/>
          </a:p>
          <a:p>
            <a:pPr marL="177800" lvl="0" indent="-171450" algn="l" rtl="0">
              <a:lnSpc>
                <a:spcPct val="90000"/>
              </a:lnSpc>
              <a:spcBef>
                <a:spcPts val="800"/>
              </a:spcBef>
              <a:spcAft>
                <a:spcPts val="0"/>
              </a:spcAft>
              <a:buClr>
                <a:schemeClr val="dk1"/>
              </a:buClr>
              <a:buSzPts val="2100"/>
              <a:buChar char="•"/>
            </a:pPr>
            <a:r>
              <a:rPr lang="en-GB"/>
              <a:t>Use the </a:t>
            </a:r>
            <a:r>
              <a:rPr lang="en-GB" b="1">
                <a:solidFill>
                  <a:srgbClr val="289186"/>
                </a:solidFill>
                <a:latin typeface="Courier New"/>
                <a:ea typeface="Courier New"/>
                <a:cs typeface="Courier New"/>
                <a:sym typeface="Courier New"/>
              </a:rPr>
              <a:t>Ref</a:t>
            </a:r>
            <a:r>
              <a:rPr lang="en-GB"/>
              <a:t> intrinsic function to reference a named parameter</a:t>
            </a:r>
            <a:endParaRPr/>
          </a:p>
          <a:p>
            <a:pPr marL="177800" lvl="0" indent="-171450" algn="l" rtl="0">
              <a:lnSpc>
                <a:spcPct val="90000"/>
              </a:lnSpc>
              <a:spcBef>
                <a:spcPts val="800"/>
              </a:spcBef>
              <a:spcAft>
                <a:spcPts val="0"/>
              </a:spcAft>
              <a:buClr>
                <a:schemeClr val="dk1"/>
              </a:buClr>
              <a:buSzPts val="2100"/>
              <a:buChar char="•"/>
            </a:pPr>
            <a:r>
              <a:rPr lang="en-GB"/>
              <a:t>Converts to string, regardless of type in </a:t>
            </a:r>
            <a:r>
              <a:rPr lang="en-GB" b="1"/>
              <a:t>Parameter</a:t>
            </a:r>
            <a:r>
              <a:rPr lang="en-GB"/>
              <a:t> declaration</a:t>
            </a:r>
            <a:endParaRPr/>
          </a:p>
          <a:p>
            <a:pPr marL="177800" lvl="0" indent="-38100" algn="l" rtl="0">
              <a:lnSpc>
                <a:spcPct val="90000"/>
              </a:lnSpc>
              <a:spcBef>
                <a:spcPts val="800"/>
              </a:spcBef>
              <a:spcAft>
                <a:spcPts val="0"/>
              </a:spcAft>
              <a:buClr>
                <a:schemeClr val="dk1"/>
              </a:buClr>
              <a:buSzPts val="2100"/>
              <a:buNone/>
            </a:pPr>
            <a:endParaRPr/>
          </a:p>
          <a:p>
            <a:pPr marL="177800" lvl="0" indent="-38100" algn="l" rtl="0">
              <a:lnSpc>
                <a:spcPct val="90000"/>
              </a:lnSpc>
              <a:spcBef>
                <a:spcPts val="800"/>
              </a:spcBef>
              <a:spcAft>
                <a:spcPts val="0"/>
              </a:spcAft>
              <a:buClr>
                <a:schemeClr val="dk1"/>
              </a:buClr>
              <a:buSzPts val="2100"/>
              <a:buNone/>
            </a:pPr>
            <a:endParaRPr/>
          </a:p>
          <a:p>
            <a:pPr marL="0" lvl="0" indent="0" algn="l" rtl="0">
              <a:lnSpc>
                <a:spcPct val="90000"/>
              </a:lnSpc>
              <a:spcBef>
                <a:spcPts val="800"/>
              </a:spcBef>
              <a:spcAft>
                <a:spcPts val="0"/>
              </a:spcAft>
              <a:buClr>
                <a:schemeClr val="dk1"/>
              </a:buClr>
              <a:buSzPts val="2100"/>
              <a:buNone/>
            </a:pPr>
            <a:endParaRPr/>
          </a:p>
          <a:p>
            <a:pPr marL="177800" lvl="0" indent="-152400" algn="l" rtl="0">
              <a:lnSpc>
                <a:spcPct val="90000"/>
              </a:lnSpc>
              <a:spcBef>
                <a:spcPts val="800"/>
              </a:spcBef>
              <a:spcAft>
                <a:spcPts val="0"/>
              </a:spcAft>
              <a:buClr>
                <a:schemeClr val="dk1"/>
              </a:buClr>
              <a:buSzPts val="500"/>
              <a:buNone/>
            </a:pPr>
            <a:endParaRPr sz="500"/>
          </a:p>
          <a:p>
            <a:pPr marL="177800" lvl="0" indent="-171450" algn="l" rtl="0">
              <a:lnSpc>
                <a:spcPct val="90000"/>
              </a:lnSpc>
              <a:spcBef>
                <a:spcPts val="800"/>
              </a:spcBef>
              <a:spcAft>
                <a:spcPts val="0"/>
              </a:spcAft>
              <a:buClr>
                <a:schemeClr val="dk1"/>
              </a:buClr>
              <a:buSzPts val="2100"/>
              <a:buChar char="•"/>
            </a:pPr>
            <a:r>
              <a:rPr lang="en-GB"/>
              <a:t>Use the </a:t>
            </a:r>
            <a:r>
              <a:rPr lang="en-GB" sz="1800" b="1">
                <a:solidFill>
                  <a:srgbClr val="0070C0"/>
                </a:solidFill>
                <a:latin typeface="Courier New"/>
                <a:ea typeface="Courier New"/>
                <a:cs typeface="Courier New"/>
                <a:sym typeface="Courier New"/>
              </a:rPr>
              <a:t>Fn::Select</a:t>
            </a:r>
            <a:r>
              <a:rPr lang="en-GB"/>
              <a:t> function to select values from a comma-delimited list</a:t>
            </a:r>
            <a:endParaRPr/>
          </a:p>
          <a:p>
            <a:pPr marL="177800" lvl="0" indent="-38100" algn="l" rtl="0">
              <a:lnSpc>
                <a:spcPct val="90000"/>
              </a:lnSpc>
              <a:spcBef>
                <a:spcPts val="800"/>
              </a:spcBef>
              <a:spcAft>
                <a:spcPts val="0"/>
              </a:spcAft>
              <a:buClr>
                <a:schemeClr val="dk1"/>
              </a:buClr>
              <a:buSzPts val="2100"/>
              <a:buNone/>
            </a:pPr>
            <a:endParaRPr/>
          </a:p>
        </p:txBody>
      </p:sp>
      <p:sp>
        <p:nvSpPr>
          <p:cNvPr id="502" name="Google Shape;502;p74"/>
          <p:cNvSpPr/>
          <p:nvPr/>
        </p:nvSpPr>
        <p:spPr>
          <a:xfrm>
            <a:off x="2720910" y="2293541"/>
            <a:ext cx="5805900" cy="550500"/>
          </a:xfrm>
          <a:prstGeom prst="roundRect">
            <a:avLst>
              <a:gd name="adj" fmla="val 20585"/>
            </a:avLst>
          </a:prstGeom>
          <a:solidFill>
            <a:srgbClr val="D8D8D8"/>
          </a:solidFill>
          <a:ln w="28575" cap="flat" cmpd="sng">
            <a:solidFill>
              <a:schemeClr val="lt1"/>
            </a:solidFill>
            <a:prstDash val="solid"/>
            <a:round/>
            <a:headEnd type="none" w="sm" len="sm"/>
            <a:tailEnd type="none" w="sm" len="sm"/>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a:t>
            </a:r>
            <a:r>
              <a:rPr lang="en-GB" sz="1400" b="1">
                <a:solidFill>
                  <a:schemeClr val="accent6"/>
                </a:solidFill>
                <a:latin typeface="Courier New"/>
                <a:ea typeface="Courier New"/>
                <a:cs typeface="Courier New"/>
                <a:sym typeface="Courier New"/>
              </a:rPr>
              <a:t>KeyPairName</a:t>
            </a:r>
            <a:r>
              <a:rPr lang="en-GB" sz="1400" b="1">
                <a:solidFill>
                  <a:srgbClr val="0070C0"/>
                </a:solidFill>
                <a:latin typeface="Courier New"/>
                <a:ea typeface="Courier New"/>
                <a:cs typeface="Courier New"/>
                <a:sym typeface="Courier New"/>
              </a:rPr>
              <a:t>": {"Type": "AWS::EC2::KeyPair::KeyName"}</a:t>
            </a:r>
            <a:endParaRPr sz="1100"/>
          </a:p>
        </p:txBody>
      </p:sp>
      <p:sp>
        <p:nvSpPr>
          <p:cNvPr id="503" name="Google Shape;503;p74"/>
          <p:cNvSpPr/>
          <p:nvPr/>
        </p:nvSpPr>
        <p:spPr>
          <a:xfrm>
            <a:off x="503444" y="4266017"/>
            <a:ext cx="8023200" cy="550500"/>
          </a:xfrm>
          <a:prstGeom prst="roundRect">
            <a:avLst>
              <a:gd name="adj" fmla="val 20585"/>
            </a:avLst>
          </a:prstGeom>
          <a:solidFill>
            <a:srgbClr val="D8D8D8"/>
          </a:solidFill>
          <a:ln w="28575" cap="flat" cmpd="sng">
            <a:solidFill>
              <a:schemeClr val="lt1"/>
            </a:solidFill>
            <a:prstDash val="solid"/>
            <a:round/>
            <a:headEnd type="none" w="sm" len="sm"/>
            <a:tailEnd type="none" w="sm" len="sm"/>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"AvailabilityZone" : { </a:t>
            </a:r>
            <a:r>
              <a:rPr lang="en-GB" sz="1400" b="1">
                <a:solidFill>
                  <a:schemeClr val="accent6"/>
                </a:solidFill>
                <a:latin typeface="Courier New"/>
                <a:ea typeface="Courier New"/>
                <a:cs typeface="Courier New"/>
                <a:sym typeface="Courier New"/>
              </a:rPr>
              <a:t>"Fn::Select" </a:t>
            </a:r>
            <a:r>
              <a:rPr lang="en-GB" sz="1400" b="1">
                <a:solidFill>
                  <a:srgbClr val="0070C0"/>
                </a:solidFill>
                <a:latin typeface="Courier New"/>
                <a:ea typeface="Courier New"/>
                <a:cs typeface="Courier New"/>
                <a:sym typeface="Courier New"/>
              </a:rPr>
              <a:t>: [ "0", { "Ref" : "AvailableAZs" } ] }</a:t>
            </a:r>
            <a:endParaRPr sz="1100"/>
          </a:p>
        </p:txBody>
      </p:sp>
      <p:sp>
        <p:nvSpPr>
          <p:cNvPr id="504" name="Google Shape;504;p74"/>
          <p:cNvSpPr/>
          <p:nvPr/>
        </p:nvSpPr>
        <p:spPr>
          <a:xfrm>
            <a:off x="2720909" y="2946386"/>
            <a:ext cx="5805900" cy="550500"/>
          </a:xfrm>
          <a:prstGeom prst="roundRect">
            <a:avLst>
              <a:gd name="adj" fmla="val 20585"/>
            </a:avLst>
          </a:prstGeom>
          <a:solidFill>
            <a:srgbClr val="D8D8D8"/>
          </a:solidFill>
          <a:ln w="28575" cap="flat" cmpd="sng">
            <a:solidFill>
              <a:schemeClr val="lt1"/>
            </a:solidFill>
            <a:prstDash val="solid"/>
            <a:round/>
            <a:headEnd type="none" w="sm" len="sm"/>
            <a:tailEnd type="none" w="sm" len="sm"/>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"KeyName": {"</a:t>
            </a:r>
            <a:r>
              <a:rPr lang="en-GB" sz="1400" b="1">
                <a:solidFill>
                  <a:schemeClr val="accent6"/>
                </a:solidFill>
                <a:latin typeface="Courier New"/>
                <a:ea typeface="Courier New"/>
                <a:cs typeface="Courier New"/>
                <a:sym typeface="Courier New"/>
              </a:rPr>
              <a:t>Ref</a:t>
            </a:r>
            <a:r>
              <a:rPr lang="en-GB" sz="1400" b="1">
                <a:solidFill>
                  <a:srgbClr val="0070C0"/>
                </a:solidFill>
                <a:latin typeface="Courier New"/>
                <a:ea typeface="Courier New"/>
                <a:cs typeface="Courier New"/>
                <a:sym typeface="Courier New"/>
              </a:rPr>
              <a:t>": "</a:t>
            </a:r>
            <a:r>
              <a:rPr lang="en-GB" sz="1400" b="1">
                <a:solidFill>
                  <a:schemeClr val="accent6"/>
                </a:solidFill>
                <a:latin typeface="Courier New"/>
                <a:ea typeface="Courier New"/>
                <a:cs typeface="Courier New"/>
                <a:sym typeface="Courier New"/>
              </a:rPr>
              <a:t>KeyPairName</a:t>
            </a:r>
            <a:r>
              <a:rPr lang="en-GB" sz="1400" b="1">
                <a:solidFill>
                  <a:srgbClr val="0070C0"/>
                </a:solidFill>
                <a:latin typeface="Courier New"/>
                <a:ea typeface="Courier New"/>
                <a:cs typeface="Courier New"/>
                <a:sym typeface="Courier New"/>
              </a:rPr>
              <a:t>"},</a:t>
            </a:r>
            <a:endParaRPr sz="1100"/>
          </a:p>
        </p:txBody>
      </p:sp>
      <p:sp>
        <p:nvSpPr>
          <p:cNvPr id="505" name="Google Shape;505;p74"/>
          <p:cNvSpPr txBox="1"/>
          <p:nvPr/>
        </p:nvSpPr>
        <p:spPr>
          <a:xfrm>
            <a:off x="1413598" y="2418691"/>
            <a:ext cx="1191600" cy="3000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GB" sz="1500" b="1">
                <a:solidFill>
                  <a:schemeClr val="dk1"/>
                </a:solidFill>
                <a:latin typeface="Arial"/>
                <a:ea typeface="Arial"/>
                <a:cs typeface="Arial"/>
                <a:sym typeface="Arial"/>
              </a:rPr>
              <a:t>Parameter</a:t>
            </a:r>
            <a:endParaRPr sz="1100"/>
          </a:p>
        </p:txBody>
      </p:sp>
      <p:sp>
        <p:nvSpPr>
          <p:cNvPr id="506" name="Google Shape;506;p74"/>
          <p:cNvSpPr txBox="1"/>
          <p:nvPr/>
        </p:nvSpPr>
        <p:spPr>
          <a:xfrm>
            <a:off x="1235665" y="2902449"/>
            <a:ext cx="1369500" cy="5310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GB" sz="1500" b="1">
                <a:solidFill>
                  <a:schemeClr val="dk1"/>
                </a:solidFill>
                <a:latin typeface="Arial"/>
                <a:ea typeface="Arial"/>
                <a:cs typeface="Arial"/>
                <a:sym typeface="Arial"/>
              </a:rPr>
              <a:t>Reference</a:t>
            </a:r>
            <a:br>
              <a:rPr lang="en-GB" sz="1500" b="1">
                <a:solidFill>
                  <a:schemeClr val="dk1"/>
                </a:solidFill>
                <a:latin typeface="Arial"/>
                <a:ea typeface="Arial"/>
                <a:cs typeface="Arial"/>
                <a:sym typeface="Arial"/>
              </a:rPr>
            </a:br>
            <a:r>
              <a:rPr lang="en-GB" sz="1500" b="1">
                <a:solidFill>
                  <a:schemeClr val="dk1"/>
                </a:solidFill>
                <a:latin typeface="Arial"/>
                <a:ea typeface="Arial"/>
                <a:cs typeface="Arial"/>
                <a:sym typeface="Arial"/>
              </a:rPr>
              <a:t>a Parameter</a:t>
            </a:r>
            <a:endParaRPr sz="1100"/>
          </a:p>
        </p:txBody>
      </p:sp>
      <p:sp>
        <p:nvSpPr>
          <p:cNvPr id="507" name="Google Shape;507;p74"/>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75"/>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Ref and other intrinsic functions</a:t>
            </a:r>
            <a:endParaRPr/>
          </a:p>
        </p:txBody>
      </p:sp>
      <p:sp>
        <p:nvSpPr>
          <p:cNvPr id="513" name="Google Shape;513;p75"/>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chemeClr val="dk1"/>
              </a:buClr>
              <a:buSzPts val="2100"/>
              <a:buNone/>
            </a:pPr>
            <a:r>
              <a:rPr lang="en-GB"/>
              <a:t>The </a:t>
            </a:r>
            <a:r>
              <a:rPr lang="en-GB" b="1">
                <a:solidFill>
                  <a:srgbClr val="289186"/>
                </a:solidFill>
                <a:latin typeface="Courier New"/>
                <a:ea typeface="Courier New"/>
                <a:cs typeface="Courier New"/>
                <a:sym typeface="Courier New"/>
              </a:rPr>
              <a:t>Ref function</a:t>
            </a:r>
            <a:r>
              <a:rPr lang="en-GB"/>
              <a:t>:</a:t>
            </a:r>
            <a:endParaRPr/>
          </a:p>
          <a:p>
            <a:pPr marL="177800" lvl="0" indent="-171450" algn="l" rtl="0">
              <a:lnSpc>
                <a:spcPct val="100000"/>
              </a:lnSpc>
              <a:spcBef>
                <a:spcPts val="800"/>
              </a:spcBef>
              <a:spcAft>
                <a:spcPts val="0"/>
              </a:spcAft>
              <a:buClr>
                <a:schemeClr val="dk1"/>
              </a:buClr>
              <a:buSzPts val="2100"/>
              <a:buChar char="•"/>
            </a:pPr>
            <a:r>
              <a:rPr lang="en-GB"/>
              <a:t>Enables referencing components that are defined in an </a:t>
            </a:r>
            <a:br>
              <a:rPr lang="en-GB"/>
            </a:br>
            <a:r>
              <a:rPr lang="en-GB"/>
              <a:t>AWS CloudFormation template</a:t>
            </a:r>
            <a:endParaRPr/>
          </a:p>
          <a:p>
            <a:pPr marL="177800" lvl="0" indent="-171450" algn="l" rtl="0">
              <a:lnSpc>
                <a:spcPct val="100000"/>
              </a:lnSpc>
              <a:spcBef>
                <a:spcPts val="800"/>
              </a:spcBef>
              <a:spcAft>
                <a:spcPts val="0"/>
              </a:spcAft>
              <a:buClr>
                <a:schemeClr val="dk1"/>
              </a:buClr>
              <a:buSzPts val="2100"/>
              <a:buChar char="•"/>
            </a:pPr>
            <a:r>
              <a:rPr lang="en-GB"/>
              <a:t>Is necessary for:</a:t>
            </a:r>
            <a:endParaRPr/>
          </a:p>
          <a:p>
            <a:pPr marL="520700" lvl="1" indent="-177800" algn="l" rtl="0">
              <a:lnSpc>
                <a:spcPct val="100000"/>
              </a:lnSpc>
              <a:spcBef>
                <a:spcPts val="400"/>
              </a:spcBef>
              <a:spcAft>
                <a:spcPts val="0"/>
              </a:spcAft>
              <a:buClr>
                <a:schemeClr val="dk1"/>
              </a:buClr>
              <a:buSzPts val="1800"/>
              <a:buChar char="•"/>
            </a:pPr>
            <a:r>
              <a:rPr lang="en-GB"/>
              <a:t>Referencing parameters</a:t>
            </a:r>
            <a:endParaRPr/>
          </a:p>
          <a:p>
            <a:pPr marL="520700" lvl="1" indent="-177800" algn="l" rtl="0">
              <a:lnSpc>
                <a:spcPct val="100000"/>
              </a:lnSpc>
              <a:spcBef>
                <a:spcPts val="400"/>
              </a:spcBef>
              <a:spcAft>
                <a:spcPts val="0"/>
              </a:spcAft>
              <a:buClr>
                <a:schemeClr val="dk1"/>
              </a:buClr>
              <a:buSzPts val="1800"/>
              <a:buChar char="•"/>
            </a:pPr>
            <a:r>
              <a:rPr lang="en-GB"/>
              <a:t>Using maps</a:t>
            </a:r>
            <a:endParaRPr/>
          </a:p>
          <a:p>
            <a:pPr marL="520700" lvl="1" indent="-177800" algn="l" rtl="0">
              <a:lnSpc>
                <a:spcPct val="100000"/>
              </a:lnSpc>
              <a:spcBef>
                <a:spcPts val="400"/>
              </a:spcBef>
              <a:spcAft>
                <a:spcPts val="0"/>
              </a:spcAft>
              <a:buClr>
                <a:schemeClr val="dk1"/>
              </a:buClr>
              <a:buSzPts val="1800"/>
              <a:buChar char="•"/>
            </a:pPr>
            <a:r>
              <a:rPr lang="en-GB"/>
              <a:t>Joining strings</a:t>
            </a:r>
            <a:endParaRPr/>
          </a:p>
          <a:p>
            <a:pPr marL="520700" lvl="1" indent="-177800" algn="l" rtl="0">
              <a:lnSpc>
                <a:spcPct val="100000"/>
              </a:lnSpc>
              <a:spcBef>
                <a:spcPts val="400"/>
              </a:spcBef>
              <a:spcAft>
                <a:spcPts val="0"/>
              </a:spcAft>
              <a:buClr>
                <a:schemeClr val="dk1"/>
              </a:buClr>
              <a:buSzPts val="1800"/>
              <a:buChar char="•"/>
            </a:pPr>
            <a:r>
              <a:rPr lang="en-GB"/>
              <a:t>Using other functions</a:t>
            </a:r>
            <a:endParaRPr/>
          </a:p>
        </p:txBody>
      </p:sp>
      <p:sp>
        <p:nvSpPr>
          <p:cNvPr id="514" name="Google Shape;514;p75"/>
          <p:cNvSpPr/>
          <p:nvPr/>
        </p:nvSpPr>
        <p:spPr>
          <a:xfrm>
            <a:off x="3462091" y="2941624"/>
            <a:ext cx="5367600" cy="1626600"/>
          </a:xfrm>
          <a:prstGeom prst="roundRect">
            <a:avLst>
              <a:gd name="adj" fmla="val 11581"/>
            </a:avLst>
          </a:prstGeom>
          <a:solidFill>
            <a:srgbClr val="D8D8D8"/>
          </a:solidFill>
          <a:ln w="28575" cap="flat" cmpd="sng">
            <a:solidFill>
              <a:schemeClr val="lt1"/>
            </a:solidFill>
            <a:prstDash val="solid"/>
            <a:round/>
            <a:headEnd type="none" w="sm" len="sm"/>
            <a:tailEnd type="none" w="sm" len="sm"/>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"MyEIP" : {</a:t>
            </a:r>
            <a:endParaRPr sz="1100"/>
          </a:p>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"Type" : "AWS::EC2::EIP",</a:t>
            </a:r>
            <a:endParaRPr sz="1100"/>
          </a:p>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"Properties" : {</a:t>
            </a:r>
            <a:endParaRPr sz="1100"/>
          </a:p>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"InstanceId" : { </a:t>
            </a:r>
            <a:r>
              <a:rPr lang="en-GB" sz="1400" b="1">
                <a:solidFill>
                  <a:srgbClr val="000000"/>
                </a:solidFill>
                <a:latin typeface="Courier New"/>
                <a:ea typeface="Courier New"/>
                <a:cs typeface="Courier New"/>
                <a:sym typeface="Courier New"/>
              </a:rPr>
              <a:t>"Ref" </a:t>
            </a:r>
            <a:r>
              <a:rPr lang="en-GB" sz="1400" b="1">
                <a:solidFill>
                  <a:srgbClr val="0070C0"/>
                </a:solidFill>
                <a:latin typeface="Courier New"/>
                <a:ea typeface="Courier New"/>
                <a:cs typeface="Courier New"/>
                <a:sym typeface="Courier New"/>
              </a:rPr>
              <a:t>:</a:t>
            </a:r>
            <a:r>
              <a:rPr lang="en-GB" sz="1400" b="1">
                <a:solidFill>
                  <a:srgbClr val="9AA9A9"/>
                </a:solidFill>
                <a:latin typeface="Courier New"/>
                <a:ea typeface="Courier New"/>
                <a:cs typeface="Courier New"/>
                <a:sym typeface="Courier New"/>
              </a:rPr>
              <a:t> </a:t>
            </a:r>
            <a:r>
              <a:rPr lang="en-GB" sz="1400" b="1">
                <a:solidFill>
                  <a:srgbClr val="000000"/>
                </a:solidFill>
                <a:latin typeface="Courier New"/>
                <a:ea typeface="Courier New"/>
                <a:cs typeface="Courier New"/>
                <a:sym typeface="Courier New"/>
              </a:rPr>
              <a:t>"MyEC2Instance" </a:t>
            </a:r>
            <a:r>
              <a:rPr lang="en-GB" sz="1400" b="1">
                <a:solidFill>
                  <a:srgbClr val="0070C0"/>
                </a:solidFill>
                <a:latin typeface="Courier New"/>
                <a:ea typeface="Courier New"/>
                <a:cs typeface="Courier New"/>
                <a:sym typeface="Courier New"/>
              </a:rPr>
              <a:t>}</a:t>
            </a:r>
            <a:endParaRPr sz="1100"/>
          </a:p>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a:t>
            </a:r>
            <a:endParaRPr sz="1100"/>
          </a:p>
        </p:txBody>
      </p:sp>
      <p:sp>
        <p:nvSpPr>
          <p:cNvPr id="515" name="Google Shape;515;p75"/>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76"/>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Pseudo parameters</a:t>
            </a:r>
            <a:endParaRPr/>
          </a:p>
        </p:txBody>
      </p:sp>
      <p:sp>
        <p:nvSpPr>
          <p:cNvPr id="521" name="Google Shape;521;p76"/>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chemeClr val="dk1"/>
              </a:buClr>
              <a:buSzPts val="2100"/>
              <a:buNone/>
            </a:pPr>
            <a:r>
              <a:rPr lang="en-GB"/>
              <a:t>Additionally:</a:t>
            </a:r>
            <a:endParaRPr/>
          </a:p>
          <a:p>
            <a:pPr marL="177800" lvl="0" indent="-171450" algn="l" rtl="0">
              <a:lnSpc>
                <a:spcPct val="100000"/>
              </a:lnSpc>
              <a:spcBef>
                <a:spcPts val="800"/>
              </a:spcBef>
              <a:spcAft>
                <a:spcPts val="0"/>
              </a:spcAft>
              <a:buClr>
                <a:schemeClr val="dk1"/>
              </a:buClr>
              <a:buSzPts val="2100"/>
              <a:buChar char="•"/>
            </a:pPr>
            <a:r>
              <a:rPr lang="en-GB"/>
              <a:t>You can use the</a:t>
            </a:r>
            <a:r>
              <a:rPr lang="en-GB" b="1">
                <a:solidFill>
                  <a:srgbClr val="289186"/>
                </a:solidFill>
              </a:rPr>
              <a:t> </a:t>
            </a:r>
            <a:r>
              <a:rPr lang="en-GB" b="1">
                <a:solidFill>
                  <a:srgbClr val="289186"/>
                </a:solidFill>
                <a:latin typeface="Courier New"/>
                <a:ea typeface="Courier New"/>
                <a:cs typeface="Courier New"/>
                <a:sym typeface="Courier New"/>
              </a:rPr>
              <a:t>Ref</a:t>
            </a:r>
            <a:r>
              <a:rPr lang="en-GB" b="1">
                <a:solidFill>
                  <a:srgbClr val="289186"/>
                </a:solidFill>
              </a:rPr>
              <a:t> </a:t>
            </a:r>
            <a:r>
              <a:rPr lang="en-GB"/>
              <a:t>intrinsic function to access information about your runtime environment</a:t>
            </a:r>
            <a:endParaRPr/>
          </a:p>
          <a:p>
            <a:pPr marL="520700" lvl="1" indent="-177800" algn="l" rtl="0">
              <a:lnSpc>
                <a:spcPct val="100000"/>
              </a:lnSpc>
              <a:spcBef>
                <a:spcPts val="400"/>
              </a:spcBef>
              <a:spcAft>
                <a:spcPts val="0"/>
              </a:spcAft>
              <a:buClr>
                <a:schemeClr val="dk1"/>
              </a:buClr>
              <a:buSzPts val="1800"/>
              <a:buChar char="•"/>
            </a:pPr>
            <a:r>
              <a:rPr lang="en-GB"/>
              <a:t>Examples: Region, Stack Name, AWS Account ID</a:t>
            </a:r>
            <a:endParaRPr/>
          </a:p>
          <a:p>
            <a:pPr marL="177800" lvl="0" indent="-171450" algn="l" rtl="0">
              <a:lnSpc>
                <a:spcPct val="100000"/>
              </a:lnSpc>
              <a:spcBef>
                <a:spcPts val="800"/>
              </a:spcBef>
              <a:spcAft>
                <a:spcPts val="0"/>
              </a:spcAft>
              <a:buClr>
                <a:schemeClr val="dk1"/>
              </a:buClr>
              <a:buSzPts val="2100"/>
              <a:buChar char="•"/>
            </a:pPr>
            <a:r>
              <a:rPr lang="en-GB"/>
              <a:t>Pseudo parameters are predefined: no need to specify them in the </a:t>
            </a:r>
            <a:r>
              <a:rPr lang="en-GB" b="1"/>
              <a:t>Parameters</a:t>
            </a:r>
            <a:r>
              <a:rPr lang="en-GB"/>
              <a:t> section of your template</a:t>
            </a:r>
            <a:endParaRPr/>
          </a:p>
        </p:txBody>
      </p:sp>
      <p:sp>
        <p:nvSpPr>
          <p:cNvPr id="522" name="Google Shape;522;p76"/>
          <p:cNvSpPr/>
          <p:nvPr/>
        </p:nvSpPr>
        <p:spPr>
          <a:xfrm>
            <a:off x="509036" y="3269932"/>
            <a:ext cx="8023200" cy="1004700"/>
          </a:xfrm>
          <a:prstGeom prst="roundRect">
            <a:avLst>
              <a:gd name="adj" fmla="val 19047"/>
            </a:avLst>
          </a:prstGeom>
          <a:solidFill>
            <a:schemeClr val="lt1"/>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"Outputs"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"MyStacksRegion" : { "Value" : { "Ref" : </a:t>
            </a:r>
            <a:r>
              <a:rPr lang="en-GB" sz="1400" b="1">
                <a:solidFill>
                  <a:srgbClr val="000000"/>
                </a:solidFill>
                <a:latin typeface="Courier New"/>
                <a:ea typeface="Courier New"/>
                <a:cs typeface="Courier New"/>
                <a:sym typeface="Courier New"/>
              </a:rPr>
              <a:t>"AWS::Region" </a:t>
            </a:r>
            <a:r>
              <a:rPr lang="en-GB" sz="14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a:t>
            </a:r>
            <a:endParaRPr sz="1100"/>
          </a:p>
        </p:txBody>
      </p:sp>
      <p:sp>
        <p:nvSpPr>
          <p:cNvPr id="523" name="Google Shape;523;p76"/>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77"/>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Define mappings in a template</a:t>
            </a:r>
            <a:endParaRPr/>
          </a:p>
        </p:txBody>
      </p:sp>
      <p:sp>
        <p:nvSpPr>
          <p:cNvPr id="529" name="Google Shape;529;p77"/>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chemeClr val="dk1"/>
              </a:buClr>
              <a:buSzPts val="2100"/>
              <a:buNone/>
            </a:pPr>
            <a:r>
              <a:rPr lang="en-GB"/>
              <a:t>To </a:t>
            </a:r>
            <a:r>
              <a:rPr lang="en-GB" b="1">
                <a:solidFill>
                  <a:srgbClr val="289186"/>
                </a:solidFill>
              </a:rPr>
              <a:t>define mappings </a:t>
            </a:r>
            <a:r>
              <a:rPr lang="en-GB"/>
              <a:t>in the template: </a:t>
            </a:r>
            <a:endParaRPr/>
          </a:p>
          <a:p>
            <a:pPr marL="177800" lvl="0" indent="-171450" algn="l" rtl="0">
              <a:lnSpc>
                <a:spcPct val="100000"/>
              </a:lnSpc>
              <a:spcBef>
                <a:spcPts val="800"/>
              </a:spcBef>
              <a:spcAft>
                <a:spcPts val="0"/>
              </a:spcAft>
              <a:buClr>
                <a:schemeClr val="dk1"/>
              </a:buClr>
              <a:buSzPts val="2100"/>
              <a:buChar char="•"/>
            </a:pPr>
            <a:r>
              <a:rPr lang="en-GB"/>
              <a:t>Define lookup tables of name-value pairs in a two-level map</a:t>
            </a:r>
            <a:endParaRPr/>
          </a:p>
          <a:p>
            <a:pPr marL="177800" lvl="0" indent="-171450" algn="l" rtl="0">
              <a:lnSpc>
                <a:spcPct val="100000"/>
              </a:lnSpc>
              <a:spcBef>
                <a:spcPts val="800"/>
              </a:spcBef>
              <a:spcAft>
                <a:spcPts val="0"/>
              </a:spcAft>
              <a:buClr>
                <a:schemeClr val="dk1"/>
              </a:buClr>
              <a:buSzPts val="2100"/>
              <a:buChar char="•"/>
            </a:pPr>
            <a:r>
              <a:rPr lang="en-GB"/>
              <a:t>Combine multiple mapping tables together to create nested lookups</a:t>
            </a:r>
            <a:endParaRPr/>
          </a:p>
          <a:p>
            <a:pPr marL="177800" lvl="0" indent="-171450" algn="l" rtl="0">
              <a:lnSpc>
                <a:spcPct val="100000"/>
              </a:lnSpc>
              <a:spcBef>
                <a:spcPts val="800"/>
              </a:spcBef>
              <a:spcAft>
                <a:spcPts val="0"/>
              </a:spcAft>
              <a:buClr>
                <a:schemeClr val="dk1"/>
              </a:buClr>
              <a:buSzPts val="2100"/>
              <a:buChar char="•"/>
            </a:pPr>
            <a:r>
              <a:rPr lang="en-GB"/>
              <a:t>Is used most commonly to look up current AWS AMI values</a:t>
            </a:r>
            <a:endParaRPr/>
          </a:p>
          <a:p>
            <a:pPr marL="381000" lvl="2" indent="0" algn="l" rtl="0">
              <a:lnSpc>
                <a:spcPct val="100000"/>
              </a:lnSpc>
              <a:spcBef>
                <a:spcPts val="400"/>
              </a:spcBef>
              <a:spcAft>
                <a:spcPts val="0"/>
              </a:spcAft>
              <a:buClr>
                <a:schemeClr val="dk1"/>
              </a:buClr>
              <a:buSzPts val="1500"/>
              <a:buNone/>
            </a:pPr>
            <a:endParaRPr/>
          </a:p>
        </p:txBody>
      </p:sp>
      <p:sp>
        <p:nvSpPr>
          <p:cNvPr id="530" name="Google Shape;530;p77"/>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78"/>
          <p:cNvSpPr/>
          <p:nvPr/>
        </p:nvSpPr>
        <p:spPr>
          <a:xfrm>
            <a:off x="1012079" y="3016124"/>
            <a:ext cx="8023200" cy="1815000"/>
          </a:xfrm>
          <a:prstGeom prst="roundRect">
            <a:avLst>
              <a:gd name="adj" fmla="val 8796"/>
            </a:avLst>
          </a:prstGeom>
          <a:solidFill>
            <a:srgbClr val="D8D8D8"/>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"ImageId" :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"Fn::FindInMap" : [</a:t>
            </a:r>
            <a:endParaRPr sz="1100"/>
          </a:p>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a:t>
            </a:r>
            <a:r>
              <a:rPr lang="en-GB" sz="1400" b="1">
                <a:solidFill>
                  <a:schemeClr val="accent6"/>
                </a:solidFill>
                <a:latin typeface="Courier New"/>
                <a:ea typeface="Courier New"/>
                <a:cs typeface="Courier New"/>
                <a:sym typeface="Courier New"/>
              </a:rPr>
              <a:t>"AWSRegionToAMI", </a:t>
            </a:r>
            <a:endParaRPr sz="1100"/>
          </a:p>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a:t>
            </a:r>
            <a:r>
              <a:rPr lang="en-GB" sz="1400" b="1">
                <a:solidFill>
                  <a:srgbClr val="046984"/>
                </a:solidFill>
                <a:latin typeface="Courier New"/>
                <a:ea typeface="Courier New"/>
                <a:cs typeface="Courier New"/>
                <a:sym typeface="Courier New"/>
              </a:rPr>
              <a:t>{ "Ref" : "AWS::Region"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"AMI"</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a:t>
            </a:r>
            <a:endParaRPr sz="1100"/>
          </a:p>
        </p:txBody>
      </p:sp>
      <p:sp>
        <p:nvSpPr>
          <p:cNvPr id="536" name="Google Shape;536;p78"/>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Mapping example</a:t>
            </a:r>
            <a:endParaRPr/>
          </a:p>
        </p:txBody>
      </p:sp>
      <p:sp>
        <p:nvSpPr>
          <p:cNvPr id="537" name="Google Shape;537;p78"/>
          <p:cNvSpPr txBox="1"/>
          <p:nvPr/>
        </p:nvSpPr>
        <p:spPr>
          <a:xfrm>
            <a:off x="4707246" y="3099972"/>
            <a:ext cx="3005400" cy="623400"/>
          </a:xfrm>
          <a:prstGeom prst="rect">
            <a:avLst/>
          </a:prstGeom>
          <a:solidFill>
            <a:schemeClr val="lt1"/>
          </a:solidFill>
          <a:ln w="38100" cap="flat" cmpd="sng">
            <a:solidFill>
              <a:srgbClr val="391D7F"/>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a:solidFill>
                  <a:schemeClr val="dk1"/>
                </a:solidFill>
                <a:latin typeface="Arial"/>
                <a:ea typeface="Arial"/>
                <a:cs typeface="Arial"/>
                <a:sym typeface="Arial"/>
              </a:rPr>
              <a:t>Use</a:t>
            </a:r>
            <a:r>
              <a:rPr lang="en-GB" sz="1400" b="1">
                <a:solidFill>
                  <a:schemeClr val="dk1"/>
                </a:solidFill>
                <a:latin typeface="Courier New"/>
                <a:ea typeface="Courier New"/>
                <a:cs typeface="Courier New"/>
                <a:sym typeface="Courier New"/>
              </a:rPr>
              <a:t> </a:t>
            </a:r>
            <a:r>
              <a:rPr lang="en-GB" sz="1800" b="1">
                <a:solidFill>
                  <a:srgbClr val="046984"/>
                </a:solidFill>
                <a:latin typeface="Courier New"/>
                <a:ea typeface="Courier New"/>
                <a:cs typeface="Courier New"/>
                <a:sym typeface="Courier New"/>
              </a:rPr>
              <a:t>Fn::FindInMap </a:t>
            </a:r>
            <a:r>
              <a:rPr lang="en-GB" sz="1800">
                <a:solidFill>
                  <a:schemeClr val="dk1"/>
                </a:solidFill>
                <a:latin typeface="Arial"/>
                <a:ea typeface="Arial"/>
                <a:cs typeface="Arial"/>
                <a:sym typeface="Arial"/>
              </a:rPr>
              <a:t>intrinsic function for lookups</a:t>
            </a:r>
            <a:endParaRPr sz="1100"/>
          </a:p>
        </p:txBody>
      </p:sp>
      <p:sp>
        <p:nvSpPr>
          <p:cNvPr id="538" name="Google Shape;538;p78"/>
          <p:cNvSpPr/>
          <p:nvPr/>
        </p:nvSpPr>
        <p:spPr>
          <a:xfrm>
            <a:off x="151270" y="939259"/>
            <a:ext cx="8023200" cy="2013900"/>
          </a:xfrm>
          <a:prstGeom prst="roundRect">
            <a:avLst>
              <a:gd name="adj" fmla="val 6397"/>
            </a:avLst>
          </a:prstGeom>
          <a:solidFill>
            <a:srgbClr val="D8D8D8"/>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"Mappings" : {</a:t>
            </a:r>
            <a:endParaRPr sz="1100"/>
          </a:p>
          <a:p>
            <a:pPr marL="0" marR="0" lvl="0" indent="0" algn="l" rtl="0">
              <a:spcBef>
                <a:spcPts val="0"/>
              </a:spcBef>
              <a:spcAft>
                <a:spcPts val="0"/>
              </a:spcAft>
              <a:buNone/>
            </a:pPr>
            <a:r>
              <a:rPr lang="en-GB" sz="1400" b="1">
                <a:solidFill>
                  <a:srgbClr val="0070C0"/>
                </a:solidFill>
                <a:latin typeface="Courier New"/>
                <a:ea typeface="Courier New"/>
                <a:cs typeface="Courier New"/>
                <a:sym typeface="Courier New"/>
              </a:rPr>
              <a:t>	</a:t>
            </a:r>
            <a:r>
              <a:rPr lang="en-GB" sz="1400" b="1">
                <a:solidFill>
                  <a:schemeClr val="accent6"/>
                </a:solidFill>
                <a:latin typeface="Courier New"/>
                <a:ea typeface="Courier New"/>
                <a:cs typeface="Courier New"/>
                <a:sym typeface="Courier New"/>
              </a:rPr>
              <a:t>"AWSRegionToAMI</a:t>
            </a:r>
            <a:r>
              <a:rPr lang="en-GB" sz="1400" b="1">
                <a:solidFill>
                  <a:srgbClr val="046984"/>
                </a:solidFill>
                <a:latin typeface="Courier New"/>
                <a:ea typeface="Courier New"/>
                <a:cs typeface="Courier New"/>
                <a:sym typeface="Courier New"/>
              </a:rPr>
              <a:t>" :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"us-east-1" : { "AMI" : "ami-76817c1e"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"us-west-2" : { "AMI" : "ami-d13845e1"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"us-west-1" : { "AMI" : "ami-f0d3d4b5"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"eu-west-1" : { "AMI" : "ami-892fe1fe" },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a:t>
            </a:r>
            <a:endParaRPr sz="1100"/>
          </a:p>
        </p:txBody>
      </p:sp>
      <p:cxnSp>
        <p:nvCxnSpPr>
          <p:cNvPr id="539" name="Google Shape;539;p78"/>
          <p:cNvCxnSpPr/>
          <p:nvPr/>
        </p:nvCxnSpPr>
        <p:spPr>
          <a:xfrm rot="10800000">
            <a:off x="3449205" y="3411596"/>
            <a:ext cx="1289700" cy="0"/>
          </a:xfrm>
          <a:prstGeom prst="straightConnector1">
            <a:avLst/>
          </a:prstGeom>
          <a:noFill/>
          <a:ln w="12700" cap="flat" cmpd="sng">
            <a:solidFill>
              <a:srgbClr val="391D7F"/>
            </a:solidFill>
            <a:prstDash val="dash"/>
            <a:miter lim="800000"/>
            <a:headEnd type="none" w="sm" len="sm"/>
            <a:tailEnd type="triangle" w="med" len="med"/>
          </a:ln>
        </p:spPr>
      </p:cxnSp>
      <p:sp>
        <p:nvSpPr>
          <p:cNvPr id="540" name="Google Shape;540;p78"/>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9"/>
          <p:cNvSpPr/>
          <p:nvPr/>
        </p:nvSpPr>
        <p:spPr>
          <a:xfrm>
            <a:off x="4155705" y="1698107"/>
            <a:ext cx="4600500" cy="2904000"/>
          </a:xfrm>
          <a:prstGeom prst="roundRect">
            <a:avLst>
              <a:gd name="adj" fmla="val 8796"/>
            </a:avLst>
          </a:prstGeom>
          <a:solidFill>
            <a:srgbClr val="D8D8D8"/>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"Resources" : {</a:t>
            </a:r>
            <a:endParaRPr sz="1100"/>
          </a:p>
          <a:p>
            <a:pPr marL="0" marR="0" lvl="0" indent="0" algn="l" rtl="0">
              <a:spcBef>
                <a:spcPts val="0"/>
              </a:spcBef>
              <a:spcAft>
                <a:spcPts val="0"/>
              </a:spcAft>
              <a:buNone/>
            </a:pPr>
            <a:r>
              <a:rPr lang="en-GB" sz="1400" b="1">
                <a:solidFill>
                  <a:schemeClr val="accent6"/>
                </a:solidFill>
                <a:latin typeface="Courier New"/>
                <a:ea typeface="Courier New"/>
                <a:cs typeface="Courier New"/>
                <a:sym typeface="Courier New"/>
              </a:rPr>
              <a:t>"MyRDSInstance" </a:t>
            </a:r>
            <a:r>
              <a:rPr lang="en-GB" sz="1400" b="1">
                <a:solidFill>
                  <a:srgbClr val="046984"/>
                </a:solidFill>
                <a:latin typeface="Courier New"/>
                <a:ea typeface="Courier New"/>
                <a:cs typeface="Courier New"/>
                <a:sym typeface="Courier New"/>
              </a:rPr>
              <a:t>: {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"Type" : "</a:t>
            </a:r>
            <a:r>
              <a:rPr lang="en-GB" sz="1400" b="1">
                <a:solidFill>
                  <a:schemeClr val="accent6"/>
                </a:solidFill>
                <a:latin typeface="Courier New"/>
                <a:ea typeface="Courier New"/>
                <a:cs typeface="Courier New"/>
                <a:sym typeface="Courier New"/>
              </a:rPr>
              <a:t>AWS::RDS::DBInstance</a:t>
            </a:r>
            <a:r>
              <a:rPr lang="en-GB" sz="1400" b="1">
                <a:solidFill>
                  <a:srgbClr val="046984"/>
                </a:solidFill>
                <a:latin typeface="Courier New"/>
                <a:ea typeface="Courier New"/>
                <a:cs typeface="Courier New"/>
                <a:sym typeface="Courier New"/>
              </a:rPr>
              <a:t>",</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"Properties" : {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"AllocatedStorage" : "5",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"WebServer" :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"Type" : "</a:t>
            </a:r>
            <a:r>
              <a:rPr lang="en-GB" sz="1400" b="1">
                <a:solidFill>
                  <a:schemeClr val="accent6"/>
                </a:solidFill>
                <a:latin typeface="Courier New"/>
                <a:ea typeface="Courier New"/>
                <a:cs typeface="Courier New"/>
                <a:sym typeface="Courier New"/>
              </a:rPr>
              <a:t>AWS::EC2::Instance</a:t>
            </a:r>
            <a:r>
              <a:rPr lang="en-GB" sz="1400" b="1">
                <a:solidFill>
                  <a:srgbClr val="046984"/>
                </a:solidFill>
                <a:latin typeface="Courier New"/>
                <a:ea typeface="Courier New"/>
                <a:cs typeface="Courier New"/>
                <a:sym typeface="Courier New"/>
              </a:rPr>
              <a:t>",</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"DependsOn" : [ </a:t>
            </a:r>
            <a:r>
              <a:rPr lang="en-GB" sz="1400" b="1">
                <a:solidFill>
                  <a:schemeClr val="accent6"/>
                </a:solidFill>
                <a:latin typeface="Courier New"/>
                <a:ea typeface="Courier New"/>
                <a:cs typeface="Courier New"/>
                <a:sym typeface="Courier New"/>
              </a:rPr>
              <a:t>"MyRDSInstance" </a:t>
            </a:r>
            <a:r>
              <a:rPr lang="en-GB" sz="1400" b="1">
                <a:solidFill>
                  <a:srgbClr val="046984"/>
                </a:solidFill>
                <a:latin typeface="Courier New"/>
                <a:ea typeface="Courier New"/>
                <a:cs typeface="Courier New"/>
                <a:sym typeface="Courier New"/>
              </a:rPr>
              <a:t>],</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"Properties" : {</a:t>
            </a:r>
            <a:endParaRPr sz="1100"/>
          </a:p>
        </p:txBody>
      </p:sp>
      <p:sp>
        <p:nvSpPr>
          <p:cNvPr id="546" name="Google Shape;546;p79"/>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Define resources in a template</a:t>
            </a:r>
            <a:endParaRPr/>
          </a:p>
        </p:txBody>
      </p:sp>
      <p:sp>
        <p:nvSpPr>
          <p:cNvPr id="547" name="Google Shape;547;p79"/>
          <p:cNvSpPr/>
          <p:nvPr/>
        </p:nvSpPr>
        <p:spPr>
          <a:xfrm>
            <a:off x="259878" y="1100433"/>
            <a:ext cx="8255400" cy="807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GB" sz="2400">
                <a:solidFill>
                  <a:schemeClr val="dk1"/>
                </a:solidFill>
                <a:latin typeface="Arial"/>
                <a:ea typeface="Arial"/>
                <a:cs typeface="Arial"/>
                <a:sym typeface="Arial"/>
              </a:rPr>
              <a:t>The </a:t>
            </a:r>
            <a:r>
              <a:rPr lang="en-GB" sz="2400" b="1">
                <a:solidFill>
                  <a:srgbClr val="289186"/>
                </a:solidFill>
                <a:latin typeface="Arial"/>
                <a:ea typeface="Arial"/>
                <a:cs typeface="Arial"/>
                <a:sym typeface="Arial"/>
              </a:rPr>
              <a:t>Resources section </a:t>
            </a:r>
            <a:r>
              <a:rPr lang="en-GB" sz="2400">
                <a:solidFill>
                  <a:schemeClr val="dk1"/>
                </a:solidFill>
                <a:latin typeface="Arial"/>
                <a:ea typeface="Arial"/>
                <a:cs typeface="Arial"/>
                <a:sym typeface="Arial"/>
              </a:rPr>
              <a:t>declares the AWS resources to create.</a:t>
            </a:r>
            <a:endParaRPr sz="1100"/>
          </a:p>
        </p:txBody>
      </p:sp>
      <p:cxnSp>
        <p:nvCxnSpPr>
          <p:cNvPr id="548" name="Google Shape;548;p79"/>
          <p:cNvCxnSpPr>
            <a:stCxn id="549" idx="3"/>
          </p:cNvCxnSpPr>
          <p:nvPr/>
        </p:nvCxnSpPr>
        <p:spPr>
          <a:xfrm>
            <a:off x="3809478" y="2611570"/>
            <a:ext cx="1115700" cy="1232400"/>
          </a:xfrm>
          <a:prstGeom prst="straightConnector1">
            <a:avLst/>
          </a:prstGeom>
          <a:noFill/>
          <a:ln w="12700" cap="flat" cmpd="sng">
            <a:solidFill>
              <a:srgbClr val="391D7F"/>
            </a:solidFill>
            <a:prstDash val="dash"/>
            <a:miter lim="800000"/>
            <a:headEnd type="none" w="sm" len="sm"/>
            <a:tailEnd type="triangle" w="med" len="med"/>
          </a:ln>
        </p:spPr>
      </p:cxnSp>
      <p:cxnSp>
        <p:nvCxnSpPr>
          <p:cNvPr id="550" name="Google Shape;550;p79"/>
          <p:cNvCxnSpPr>
            <a:stCxn id="551" idx="3"/>
          </p:cNvCxnSpPr>
          <p:nvPr/>
        </p:nvCxnSpPr>
        <p:spPr>
          <a:xfrm>
            <a:off x="3809478" y="3502085"/>
            <a:ext cx="1115700" cy="524700"/>
          </a:xfrm>
          <a:prstGeom prst="straightConnector1">
            <a:avLst/>
          </a:prstGeom>
          <a:noFill/>
          <a:ln w="12700" cap="flat" cmpd="sng">
            <a:solidFill>
              <a:srgbClr val="391D7F"/>
            </a:solidFill>
            <a:prstDash val="dash"/>
            <a:miter lim="800000"/>
            <a:headEnd type="none" w="sm" len="sm"/>
            <a:tailEnd type="triangle" w="med" len="med"/>
          </a:ln>
        </p:spPr>
      </p:cxnSp>
      <p:cxnSp>
        <p:nvCxnSpPr>
          <p:cNvPr id="552" name="Google Shape;552;p79"/>
          <p:cNvCxnSpPr/>
          <p:nvPr/>
        </p:nvCxnSpPr>
        <p:spPr>
          <a:xfrm>
            <a:off x="3767949" y="4273361"/>
            <a:ext cx="1138200" cy="5700"/>
          </a:xfrm>
          <a:prstGeom prst="straightConnector1">
            <a:avLst/>
          </a:prstGeom>
          <a:noFill/>
          <a:ln w="12700" cap="flat" cmpd="sng">
            <a:solidFill>
              <a:srgbClr val="391D7F"/>
            </a:solidFill>
            <a:prstDash val="dash"/>
            <a:miter lim="800000"/>
            <a:headEnd type="none" w="sm" len="sm"/>
            <a:tailEnd type="triangle" w="med" len="med"/>
          </a:ln>
        </p:spPr>
      </p:cxnSp>
      <p:sp>
        <p:nvSpPr>
          <p:cNvPr id="553" name="Google Shape;553;p79"/>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
        <p:nvSpPr>
          <p:cNvPr id="549" name="Google Shape;549;p79"/>
          <p:cNvSpPr/>
          <p:nvPr/>
        </p:nvSpPr>
        <p:spPr>
          <a:xfrm>
            <a:off x="259878" y="2291470"/>
            <a:ext cx="3549600" cy="640200"/>
          </a:xfrm>
          <a:prstGeom prst="rect">
            <a:avLst/>
          </a:prstGeom>
          <a:solidFill>
            <a:schemeClr val="lt1"/>
          </a:solidFill>
          <a:ln w="38100" cap="flat" cmpd="sng">
            <a:solidFill>
              <a:srgbClr val="391D7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800">
                <a:solidFill>
                  <a:schemeClr val="dk1"/>
                </a:solidFill>
                <a:latin typeface="Arial"/>
                <a:ea typeface="Arial"/>
                <a:cs typeface="Arial"/>
                <a:sym typeface="Arial"/>
              </a:rPr>
              <a:t>The type of resource you are declaring</a:t>
            </a:r>
            <a:endParaRPr sz="1100"/>
          </a:p>
        </p:txBody>
      </p:sp>
      <p:sp>
        <p:nvSpPr>
          <p:cNvPr id="551" name="Google Shape;551;p79"/>
          <p:cNvSpPr/>
          <p:nvPr/>
        </p:nvSpPr>
        <p:spPr>
          <a:xfrm>
            <a:off x="259878" y="3051935"/>
            <a:ext cx="3549600" cy="900300"/>
          </a:xfrm>
          <a:prstGeom prst="rect">
            <a:avLst/>
          </a:prstGeom>
          <a:solidFill>
            <a:schemeClr val="lt1"/>
          </a:solidFill>
          <a:ln w="38100" cap="flat" cmpd="sng">
            <a:solidFill>
              <a:srgbClr val="391D7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800">
                <a:solidFill>
                  <a:schemeClr val="dk1"/>
                </a:solidFill>
                <a:latin typeface="Arial"/>
                <a:ea typeface="Arial"/>
                <a:cs typeface="Arial"/>
                <a:sym typeface="Arial"/>
              </a:rPr>
              <a:t>You can require the creation of a specific resource to follow another</a:t>
            </a:r>
            <a:endParaRPr sz="1100"/>
          </a:p>
        </p:txBody>
      </p:sp>
      <p:sp>
        <p:nvSpPr>
          <p:cNvPr id="554" name="Google Shape;554;p79"/>
          <p:cNvSpPr/>
          <p:nvPr/>
        </p:nvSpPr>
        <p:spPr>
          <a:xfrm>
            <a:off x="259878" y="4085342"/>
            <a:ext cx="3549600" cy="623400"/>
          </a:xfrm>
          <a:prstGeom prst="rect">
            <a:avLst/>
          </a:prstGeom>
          <a:solidFill>
            <a:schemeClr val="lt1"/>
          </a:solidFill>
          <a:ln w="38100" cap="flat" cmpd="sng">
            <a:solidFill>
              <a:srgbClr val="391D7F"/>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r>
              <a:rPr lang="en-GB" sz="1800">
                <a:solidFill>
                  <a:schemeClr val="dk1"/>
                </a:solidFill>
                <a:latin typeface="Arial"/>
                <a:ea typeface="Arial"/>
                <a:cs typeface="Arial"/>
                <a:sym typeface="Arial"/>
              </a:rPr>
              <a:t>Properties for a resource (optional)</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80"/>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CloudFormation::Init</a:t>
            </a:r>
            <a:endParaRPr/>
          </a:p>
        </p:txBody>
      </p:sp>
      <p:sp>
        <p:nvSpPr>
          <p:cNvPr id="560" name="Google Shape;560;p80"/>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177800" lvl="0" indent="-171450" algn="l" rtl="0">
              <a:lnSpc>
                <a:spcPct val="90000"/>
              </a:lnSpc>
              <a:spcBef>
                <a:spcPts val="0"/>
              </a:spcBef>
              <a:spcAft>
                <a:spcPts val="0"/>
              </a:spcAft>
              <a:buClr>
                <a:schemeClr val="dk1"/>
              </a:buClr>
              <a:buSzPts val="2100"/>
              <a:buChar char="•"/>
            </a:pPr>
            <a:r>
              <a:rPr lang="en-GB" b="1">
                <a:solidFill>
                  <a:srgbClr val="289186"/>
                </a:solidFill>
              </a:rPr>
              <a:t>CloudFormation::Init:</a:t>
            </a:r>
            <a:endParaRPr/>
          </a:p>
          <a:p>
            <a:pPr marL="520700" lvl="1" indent="-177800" algn="l" rtl="0">
              <a:lnSpc>
                <a:spcPct val="90000"/>
              </a:lnSpc>
              <a:spcBef>
                <a:spcPts val="400"/>
              </a:spcBef>
              <a:spcAft>
                <a:spcPts val="0"/>
              </a:spcAft>
              <a:buClr>
                <a:schemeClr val="dk1"/>
              </a:buClr>
              <a:buSzPts val="1800"/>
              <a:buChar char="•"/>
            </a:pPr>
            <a:r>
              <a:rPr lang="en-GB"/>
              <a:t>Resource type that provides access to metadata from EC2 instances</a:t>
            </a:r>
            <a:endParaRPr/>
          </a:p>
          <a:p>
            <a:pPr marL="520700" lvl="1" indent="-177800" algn="l" rtl="0">
              <a:lnSpc>
                <a:spcPct val="90000"/>
              </a:lnSpc>
              <a:spcBef>
                <a:spcPts val="400"/>
              </a:spcBef>
              <a:spcAft>
                <a:spcPts val="0"/>
              </a:spcAft>
              <a:buClr>
                <a:schemeClr val="dk1"/>
              </a:buClr>
              <a:buSzPts val="1800"/>
              <a:buChar char="•"/>
            </a:pPr>
            <a:r>
              <a:rPr lang="en-GB"/>
              <a:t>You can use it in combination with the cfn-init helper script </a:t>
            </a:r>
            <a:endParaRPr/>
          </a:p>
          <a:p>
            <a:pPr marL="177800" lvl="0" indent="-171450" algn="l" rtl="0">
              <a:lnSpc>
                <a:spcPct val="90000"/>
              </a:lnSpc>
              <a:spcBef>
                <a:spcPts val="800"/>
              </a:spcBef>
              <a:spcAft>
                <a:spcPts val="0"/>
              </a:spcAft>
              <a:buClr>
                <a:schemeClr val="dk1"/>
              </a:buClr>
              <a:buSzPts val="2100"/>
              <a:buChar char="•"/>
            </a:pPr>
            <a:r>
              <a:rPr lang="en-GB" b="1">
                <a:solidFill>
                  <a:srgbClr val="289186"/>
                </a:solidFill>
              </a:rPr>
              <a:t>cfn-init</a:t>
            </a:r>
            <a:r>
              <a:rPr lang="en-GB" b="1">
                <a:solidFill>
                  <a:schemeClr val="dk2"/>
                </a:solidFill>
              </a:rPr>
              <a:t> </a:t>
            </a:r>
            <a:r>
              <a:rPr lang="en-GB"/>
              <a:t>helper script: </a:t>
            </a:r>
            <a:endParaRPr/>
          </a:p>
          <a:p>
            <a:pPr marL="520700" lvl="1" indent="-177800" algn="l" rtl="0">
              <a:lnSpc>
                <a:spcPct val="90000"/>
              </a:lnSpc>
              <a:spcBef>
                <a:spcPts val="400"/>
              </a:spcBef>
              <a:spcAft>
                <a:spcPts val="0"/>
              </a:spcAft>
              <a:buClr>
                <a:schemeClr val="dk1"/>
              </a:buClr>
              <a:buSzPts val="1800"/>
              <a:buChar char="•"/>
            </a:pPr>
            <a:r>
              <a:rPr lang="en-GB"/>
              <a:t>It reads template metadata from the AWS::CloudFormation::Init key</a:t>
            </a:r>
            <a:endParaRPr/>
          </a:p>
          <a:p>
            <a:pPr marL="520700" lvl="1" indent="-177800" algn="l" rtl="0">
              <a:lnSpc>
                <a:spcPct val="90000"/>
              </a:lnSpc>
              <a:spcBef>
                <a:spcPts val="400"/>
              </a:spcBef>
              <a:spcAft>
                <a:spcPts val="0"/>
              </a:spcAft>
              <a:buClr>
                <a:schemeClr val="dk1"/>
              </a:buClr>
              <a:buSzPts val="1800"/>
              <a:buChar char="•"/>
            </a:pPr>
            <a:r>
              <a:rPr lang="en-GB"/>
              <a:t>With this information, cfn-init can do the following actions on EC2 instances:</a:t>
            </a:r>
            <a:endParaRPr/>
          </a:p>
          <a:p>
            <a:pPr marL="863600" lvl="2" indent="-171450" algn="l" rtl="0">
              <a:lnSpc>
                <a:spcPct val="90000"/>
              </a:lnSpc>
              <a:spcBef>
                <a:spcPts val="400"/>
              </a:spcBef>
              <a:spcAft>
                <a:spcPts val="0"/>
              </a:spcAft>
              <a:buClr>
                <a:schemeClr val="dk1"/>
              </a:buClr>
              <a:buSzPts val="1500"/>
              <a:buChar char="•"/>
            </a:pPr>
            <a:r>
              <a:rPr lang="en-GB"/>
              <a:t>Install packages</a:t>
            </a:r>
            <a:endParaRPr/>
          </a:p>
          <a:p>
            <a:pPr marL="863600" lvl="2" indent="-171450" algn="l" rtl="0">
              <a:lnSpc>
                <a:spcPct val="90000"/>
              </a:lnSpc>
              <a:spcBef>
                <a:spcPts val="400"/>
              </a:spcBef>
              <a:spcAft>
                <a:spcPts val="0"/>
              </a:spcAft>
              <a:buClr>
                <a:schemeClr val="dk1"/>
              </a:buClr>
              <a:buSzPts val="1500"/>
              <a:buChar char="•"/>
            </a:pPr>
            <a:r>
              <a:rPr lang="en-GB"/>
              <a:t>Manage groups and user accounts</a:t>
            </a:r>
            <a:endParaRPr/>
          </a:p>
          <a:p>
            <a:pPr marL="863600" lvl="2" indent="-171450" algn="l" rtl="0">
              <a:lnSpc>
                <a:spcPct val="90000"/>
              </a:lnSpc>
              <a:spcBef>
                <a:spcPts val="400"/>
              </a:spcBef>
              <a:spcAft>
                <a:spcPts val="0"/>
              </a:spcAft>
              <a:buClr>
                <a:schemeClr val="dk1"/>
              </a:buClr>
              <a:buSzPts val="1500"/>
              <a:buChar char="•"/>
            </a:pPr>
            <a:r>
              <a:rPr lang="en-GB"/>
              <a:t>Write files to disk</a:t>
            </a:r>
            <a:endParaRPr/>
          </a:p>
          <a:p>
            <a:pPr marL="863600" lvl="2" indent="-171450" algn="l" rtl="0">
              <a:lnSpc>
                <a:spcPct val="90000"/>
              </a:lnSpc>
              <a:spcBef>
                <a:spcPts val="400"/>
              </a:spcBef>
              <a:spcAft>
                <a:spcPts val="0"/>
              </a:spcAft>
              <a:buClr>
                <a:schemeClr val="dk1"/>
              </a:buClr>
              <a:buSzPts val="1500"/>
              <a:buChar char="•"/>
            </a:pPr>
            <a:r>
              <a:rPr lang="en-GB"/>
              <a:t>Run commands</a:t>
            </a:r>
            <a:endParaRPr/>
          </a:p>
          <a:p>
            <a:pPr marL="863600" lvl="2" indent="-171450" algn="l" rtl="0">
              <a:lnSpc>
                <a:spcPct val="90000"/>
              </a:lnSpc>
              <a:spcBef>
                <a:spcPts val="400"/>
              </a:spcBef>
              <a:spcAft>
                <a:spcPts val="0"/>
              </a:spcAft>
              <a:buClr>
                <a:schemeClr val="dk1"/>
              </a:buClr>
              <a:buSzPts val="1500"/>
              <a:buChar char="•"/>
            </a:pPr>
            <a:r>
              <a:rPr lang="en-GB"/>
              <a:t>Enable or disable and start or stop services</a:t>
            </a:r>
            <a:endParaRPr/>
          </a:p>
        </p:txBody>
      </p:sp>
      <p:sp>
        <p:nvSpPr>
          <p:cNvPr id="561" name="Google Shape;561;p80"/>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81"/>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User data vs. CloudFormation::Init</a:t>
            </a:r>
            <a:endParaRPr/>
          </a:p>
        </p:txBody>
      </p:sp>
      <p:sp>
        <p:nvSpPr>
          <p:cNvPr id="567" name="Google Shape;567;p81"/>
          <p:cNvSpPr txBox="1">
            <a:spLocks noGrp="1"/>
          </p:cNvSpPr>
          <p:nvPr>
            <p:ph type="body" idx="1"/>
          </p:nvPr>
        </p:nvSpPr>
        <p:spPr>
          <a:xfrm>
            <a:off x="314326" y="1146131"/>
            <a:ext cx="4263900" cy="3486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rgbClr val="289186"/>
              </a:buClr>
              <a:buSzPts val="2100"/>
              <a:buNone/>
            </a:pPr>
            <a:r>
              <a:rPr lang="en-GB" b="1">
                <a:solidFill>
                  <a:srgbClr val="289186"/>
                </a:solidFill>
              </a:rPr>
              <a:t>User data in AWS CloudFormation:</a:t>
            </a:r>
            <a:endParaRPr/>
          </a:p>
          <a:p>
            <a:pPr marL="177800" lvl="0" indent="-177800" algn="l" rtl="0">
              <a:lnSpc>
                <a:spcPct val="100000"/>
              </a:lnSpc>
              <a:spcBef>
                <a:spcPts val="800"/>
              </a:spcBef>
              <a:spcAft>
                <a:spcPts val="0"/>
              </a:spcAft>
              <a:buClr>
                <a:schemeClr val="dk1"/>
              </a:buClr>
              <a:buSzPts val="1800"/>
              <a:buChar char="•"/>
            </a:pPr>
            <a:r>
              <a:rPr lang="en-GB" sz="1800"/>
              <a:t>Script file, as with individual instances.</a:t>
            </a:r>
            <a:endParaRPr/>
          </a:p>
          <a:p>
            <a:pPr marL="177800" lvl="0" indent="-177800" algn="l" rtl="0">
              <a:lnSpc>
                <a:spcPct val="100000"/>
              </a:lnSpc>
              <a:spcBef>
                <a:spcPts val="800"/>
              </a:spcBef>
              <a:spcAft>
                <a:spcPts val="0"/>
              </a:spcAft>
              <a:buClr>
                <a:schemeClr val="dk1"/>
              </a:buClr>
              <a:buSzPts val="1800"/>
              <a:buChar char="•"/>
            </a:pPr>
            <a:r>
              <a:rPr lang="en-GB" sz="1800"/>
              <a:t>Offers greater control.</a:t>
            </a:r>
            <a:endParaRPr/>
          </a:p>
          <a:p>
            <a:pPr marL="177800" lvl="0" indent="-177800" algn="l" rtl="0">
              <a:lnSpc>
                <a:spcPct val="100000"/>
              </a:lnSpc>
              <a:spcBef>
                <a:spcPts val="800"/>
              </a:spcBef>
              <a:spcAft>
                <a:spcPts val="0"/>
              </a:spcAft>
              <a:buClr>
                <a:schemeClr val="dk1"/>
              </a:buClr>
              <a:buSzPts val="1800"/>
              <a:buChar char="•"/>
            </a:pPr>
            <a:r>
              <a:rPr lang="en-GB" sz="1800"/>
              <a:t>Offers greater potential for error. Must be more cautious.</a:t>
            </a:r>
            <a:endParaRPr/>
          </a:p>
          <a:p>
            <a:pPr marL="520700" lvl="1" indent="-63500" algn="l" rtl="0">
              <a:lnSpc>
                <a:spcPct val="100000"/>
              </a:lnSpc>
              <a:spcBef>
                <a:spcPts val="400"/>
              </a:spcBef>
              <a:spcAft>
                <a:spcPts val="0"/>
              </a:spcAft>
              <a:buClr>
                <a:schemeClr val="dk1"/>
              </a:buClr>
              <a:buSzPts val="1800"/>
              <a:buNone/>
            </a:pPr>
            <a:endParaRPr/>
          </a:p>
          <a:p>
            <a:pPr marL="520700" lvl="1" indent="-63500" algn="l" rtl="0">
              <a:lnSpc>
                <a:spcPct val="100000"/>
              </a:lnSpc>
              <a:spcBef>
                <a:spcPts val="400"/>
              </a:spcBef>
              <a:spcAft>
                <a:spcPts val="0"/>
              </a:spcAft>
              <a:buClr>
                <a:schemeClr val="dk1"/>
              </a:buClr>
              <a:buSzPts val="1800"/>
              <a:buNone/>
            </a:pPr>
            <a:endParaRPr/>
          </a:p>
          <a:p>
            <a:pPr marL="520700" lvl="1" indent="-63500" algn="l" rtl="0">
              <a:lnSpc>
                <a:spcPct val="100000"/>
              </a:lnSpc>
              <a:spcBef>
                <a:spcPts val="400"/>
              </a:spcBef>
              <a:spcAft>
                <a:spcPts val="0"/>
              </a:spcAft>
              <a:buClr>
                <a:schemeClr val="dk1"/>
              </a:buClr>
              <a:buSzPts val="1800"/>
              <a:buNone/>
            </a:pPr>
            <a:endParaRPr/>
          </a:p>
          <a:p>
            <a:pPr marL="520700" lvl="1" indent="-63500" algn="l" rtl="0">
              <a:lnSpc>
                <a:spcPct val="100000"/>
              </a:lnSpc>
              <a:spcBef>
                <a:spcPts val="400"/>
              </a:spcBef>
              <a:spcAft>
                <a:spcPts val="0"/>
              </a:spcAft>
              <a:buClr>
                <a:schemeClr val="dk1"/>
              </a:buClr>
              <a:buSzPts val="1800"/>
              <a:buNone/>
            </a:pPr>
            <a:endParaRPr/>
          </a:p>
        </p:txBody>
      </p:sp>
      <p:sp>
        <p:nvSpPr>
          <p:cNvPr id="568" name="Google Shape;568;p81"/>
          <p:cNvSpPr txBox="1">
            <a:spLocks noGrp="1"/>
          </p:cNvSpPr>
          <p:nvPr>
            <p:ph type="body" idx="4294967295"/>
          </p:nvPr>
        </p:nvSpPr>
        <p:spPr>
          <a:xfrm>
            <a:off x="4943958" y="1146131"/>
            <a:ext cx="3968400" cy="3684900"/>
          </a:xfrm>
          <a:prstGeom prst="rect">
            <a:avLst/>
          </a:prstGeom>
          <a:noFill/>
          <a:ln>
            <a:noFill/>
          </a:ln>
        </p:spPr>
        <p:txBody>
          <a:bodyPr spcFirstLastPara="1" wrap="square" lIns="68575" tIns="34275" rIns="68575" bIns="34275" anchor="t" anchorCtr="0">
            <a:normAutofit/>
          </a:bodyPr>
          <a:lstStyle/>
          <a:p>
            <a:pPr marL="0" lvl="0" indent="0" algn="l" rtl="0">
              <a:lnSpc>
                <a:spcPct val="100000"/>
              </a:lnSpc>
              <a:spcBef>
                <a:spcPts val="0"/>
              </a:spcBef>
              <a:spcAft>
                <a:spcPts val="0"/>
              </a:spcAft>
              <a:buClr>
                <a:srgbClr val="289186"/>
              </a:buClr>
              <a:buSzPts val="2100"/>
              <a:buNone/>
            </a:pPr>
            <a:r>
              <a:rPr lang="en-GB" b="1">
                <a:solidFill>
                  <a:srgbClr val="289186"/>
                </a:solidFill>
              </a:rPr>
              <a:t>CloudFormation::Init:</a:t>
            </a:r>
            <a:endParaRPr/>
          </a:p>
          <a:p>
            <a:pPr marL="177800" lvl="0" indent="-177800" algn="l" rtl="0">
              <a:lnSpc>
                <a:spcPct val="100000"/>
              </a:lnSpc>
              <a:spcBef>
                <a:spcPts val="800"/>
              </a:spcBef>
              <a:spcAft>
                <a:spcPts val="0"/>
              </a:spcAft>
              <a:buClr>
                <a:schemeClr val="dk1"/>
              </a:buClr>
              <a:buSzPts val="1800"/>
              <a:buChar char="•"/>
            </a:pPr>
            <a:r>
              <a:rPr lang="en-GB" sz="1800"/>
              <a:t>Can roll back automatically on failure.</a:t>
            </a:r>
            <a:endParaRPr/>
          </a:p>
          <a:p>
            <a:pPr marL="177800" lvl="0" indent="-177800" algn="l" rtl="0">
              <a:lnSpc>
                <a:spcPct val="100000"/>
              </a:lnSpc>
              <a:spcBef>
                <a:spcPts val="800"/>
              </a:spcBef>
              <a:spcAft>
                <a:spcPts val="0"/>
              </a:spcAft>
              <a:buClr>
                <a:schemeClr val="dk1"/>
              </a:buClr>
              <a:buSzPts val="1800"/>
              <a:buChar char="•"/>
            </a:pPr>
            <a:r>
              <a:rPr lang="en-GB" sz="1800"/>
              <a:t>Is cleaner.</a:t>
            </a:r>
            <a:endParaRPr/>
          </a:p>
          <a:p>
            <a:pPr marL="177800" lvl="0" indent="-177800" algn="l" rtl="0">
              <a:lnSpc>
                <a:spcPct val="100000"/>
              </a:lnSpc>
              <a:spcBef>
                <a:spcPts val="800"/>
              </a:spcBef>
              <a:spcAft>
                <a:spcPts val="0"/>
              </a:spcAft>
              <a:buClr>
                <a:schemeClr val="dk1"/>
              </a:buClr>
              <a:buSzPts val="1800"/>
              <a:buChar char="•"/>
            </a:pPr>
            <a:r>
              <a:rPr lang="en-GB" sz="1800"/>
              <a:t>Can attach metadata within the template.</a:t>
            </a:r>
            <a:endParaRPr/>
          </a:p>
          <a:p>
            <a:pPr marL="177800" lvl="0" indent="-177800" algn="l" rtl="0">
              <a:lnSpc>
                <a:spcPct val="100000"/>
              </a:lnSpc>
              <a:spcBef>
                <a:spcPts val="800"/>
              </a:spcBef>
              <a:spcAft>
                <a:spcPts val="0"/>
              </a:spcAft>
              <a:buClr>
                <a:schemeClr val="dk1"/>
              </a:buClr>
              <a:buSzPts val="1800"/>
              <a:buChar char="•"/>
            </a:pPr>
            <a:r>
              <a:rPr lang="en-GB" sz="1800"/>
              <a:t>Configsets</a:t>
            </a:r>
            <a:endParaRPr/>
          </a:p>
          <a:p>
            <a:pPr marL="520700" lvl="1" indent="-63500" algn="l" rtl="0">
              <a:lnSpc>
                <a:spcPct val="100000"/>
              </a:lnSpc>
              <a:spcBef>
                <a:spcPts val="400"/>
              </a:spcBef>
              <a:spcAft>
                <a:spcPts val="0"/>
              </a:spcAft>
              <a:buClr>
                <a:schemeClr val="dk1"/>
              </a:buClr>
              <a:buSzPts val="1800"/>
              <a:buNone/>
            </a:pPr>
            <a:endParaRPr/>
          </a:p>
        </p:txBody>
      </p:sp>
      <p:cxnSp>
        <p:nvCxnSpPr>
          <p:cNvPr id="569" name="Google Shape;569;p81"/>
          <p:cNvCxnSpPr/>
          <p:nvPr/>
        </p:nvCxnSpPr>
        <p:spPr>
          <a:xfrm>
            <a:off x="4355648" y="1146131"/>
            <a:ext cx="0" cy="3486600"/>
          </a:xfrm>
          <a:prstGeom prst="straightConnector1">
            <a:avLst/>
          </a:prstGeom>
          <a:solidFill>
            <a:schemeClr val="lt1"/>
          </a:solidFill>
          <a:ln w="28575" cap="flat" cmpd="sng">
            <a:solidFill>
              <a:schemeClr val="dk2"/>
            </a:solidFill>
            <a:prstDash val="dash"/>
            <a:miter lim="800000"/>
            <a:headEnd type="none" w="sm" len="sm"/>
            <a:tailEnd type="none" w="sm" len="sm"/>
          </a:ln>
        </p:spPr>
      </p:cxnSp>
      <p:sp>
        <p:nvSpPr>
          <p:cNvPr id="570" name="Google Shape;570;p81"/>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82"/>
          <p:cNvSpPr txBox="1">
            <a:spLocks noGrp="1"/>
          </p:cNvSpPr>
          <p:nvPr>
            <p:ph type="title"/>
          </p:nvPr>
        </p:nvSpPr>
        <p:spPr>
          <a:xfrm>
            <a:off x="314324" y="273844"/>
            <a:ext cx="7104900" cy="4743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700"/>
              <a:buFont typeface="Arial"/>
              <a:buNone/>
            </a:pPr>
            <a:r>
              <a:rPr lang="en-GB" sz="2700" b="1"/>
              <a:t>WaitCondition and WaitConditionHandle</a:t>
            </a:r>
            <a:endParaRPr/>
          </a:p>
        </p:txBody>
      </p:sp>
      <p:sp>
        <p:nvSpPr>
          <p:cNvPr id="576" name="Google Shape;576;p82"/>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100000"/>
              </a:lnSpc>
              <a:spcBef>
                <a:spcPts val="0"/>
              </a:spcBef>
              <a:spcAft>
                <a:spcPts val="0"/>
              </a:spcAft>
              <a:buClr>
                <a:schemeClr val="dk1"/>
              </a:buClr>
              <a:buSzPts val="2100"/>
              <a:buNone/>
            </a:pPr>
            <a:r>
              <a:rPr lang="en-GB"/>
              <a:t>The </a:t>
            </a:r>
            <a:r>
              <a:rPr lang="en-GB" b="1">
                <a:solidFill>
                  <a:srgbClr val="289186"/>
                </a:solidFill>
              </a:rPr>
              <a:t>WaitCondition </a:t>
            </a:r>
            <a:r>
              <a:rPr lang="en-GB" b="1"/>
              <a:t>and </a:t>
            </a:r>
            <a:r>
              <a:rPr lang="en-GB" b="1">
                <a:solidFill>
                  <a:srgbClr val="289186"/>
                </a:solidFill>
              </a:rPr>
              <a:t>WaitConditionHandle </a:t>
            </a:r>
            <a:r>
              <a:rPr lang="en-GB"/>
              <a:t>are used when you bootstrap instances. Additionally:</a:t>
            </a:r>
            <a:endParaRPr b="1">
              <a:solidFill>
                <a:srgbClr val="0070C0"/>
              </a:solidFill>
              <a:latin typeface="Courier New"/>
              <a:ea typeface="Courier New"/>
              <a:cs typeface="Courier New"/>
              <a:sym typeface="Courier New"/>
            </a:endParaRPr>
          </a:p>
          <a:p>
            <a:pPr marL="177800" lvl="0" indent="-171450" algn="l" rtl="0">
              <a:lnSpc>
                <a:spcPct val="100000"/>
              </a:lnSpc>
              <a:spcBef>
                <a:spcPts val="800"/>
              </a:spcBef>
              <a:spcAft>
                <a:spcPts val="0"/>
              </a:spcAft>
              <a:buClr>
                <a:srgbClr val="0070C0"/>
              </a:buClr>
              <a:buSzPts val="2100"/>
              <a:buChar char="•"/>
            </a:pPr>
            <a:r>
              <a:rPr lang="en-GB" b="1">
                <a:solidFill>
                  <a:srgbClr val="0070C0"/>
                </a:solidFill>
                <a:latin typeface="Courier New"/>
                <a:ea typeface="Courier New"/>
                <a:cs typeface="Courier New"/>
                <a:sym typeface="Courier New"/>
              </a:rPr>
              <a:t>WaitCondition</a:t>
            </a:r>
            <a:r>
              <a:rPr lang="en-GB"/>
              <a:t> blocks the completion state of a stack until </a:t>
            </a:r>
            <a:r>
              <a:rPr lang="en-GB" b="1">
                <a:solidFill>
                  <a:srgbClr val="0070C0"/>
                </a:solidFill>
                <a:latin typeface="Courier New"/>
                <a:ea typeface="Courier New"/>
                <a:cs typeface="Courier New"/>
                <a:sym typeface="Courier New"/>
              </a:rPr>
              <a:t>WaitConditionHandle</a:t>
            </a:r>
            <a:r>
              <a:rPr lang="en-GB"/>
              <a:t> is called or the timeout limit is reached</a:t>
            </a:r>
            <a:endParaRPr/>
          </a:p>
          <a:p>
            <a:pPr marL="520700" lvl="1" indent="-177800" algn="l" rtl="0">
              <a:lnSpc>
                <a:spcPct val="100000"/>
              </a:lnSpc>
              <a:spcBef>
                <a:spcPts val="400"/>
              </a:spcBef>
              <a:spcAft>
                <a:spcPts val="0"/>
              </a:spcAft>
              <a:buClr>
                <a:schemeClr val="dk1"/>
              </a:buClr>
              <a:buSzPts val="1800"/>
              <a:buChar char="•"/>
            </a:pPr>
            <a:r>
              <a:rPr lang="en-GB"/>
              <a:t>You can specify the number of successful signals that must be received before WaitCondition is fulfilled</a:t>
            </a:r>
            <a:endParaRPr/>
          </a:p>
          <a:p>
            <a:pPr marL="520700" lvl="1" indent="-177800" algn="l" rtl="0">
              <a:lnSpc>
                <a:spcPct val="100000"/>
              </a:lnSpc>
              <a:spcBef>
                <a:spcPts val="400"/>
              </a:spcBef>
              <a:spcAft>
                <a:spcPts val="0"/>
              </a:spcAft>
              <a:buClr>
                <a:schemeClr val="dk1"/>
              </a:buClr>
              <a:buSzPts val="1800"/>
              <a:buChar char="•"/>
            </a:pPr>
            <a:r>
              <a:rPr lang="en-GB"/>
              <a:t>Default: 1</a:t>
            </a:r>
            <a:endParaRPr/>
          </a:p>
          <a:p>
            <a:pPr marL="177800" lvl="0" indent="-171450" algn="l" rtl="0">
              <a:lnSpc>
                <a:spcPct val="100000"/>
              </a:lnSpc>
              <a:spcBef>
                <a:spcPts val="800"/>
              </a:spcBef>
              <a:spcAft>
                <a:spcPts val="0"/>
              </a:spcAft>
              <a:buClr>
                <a:schemeClr val="dk1"/>
              </a:buClr>
              <a:buSzPts val="2100"/>
              <a:buChar char="•"/>
            </a:pPr>
            <a:r>
              <a:rPr lang="en-GB"/>
              <a:t>You can signal success or failure by using the</a:t>
            </a:r>
            <a:r>
              <a:rPr lang="en-GB" b="1"/>
              <a:t> </a:t>
            </a:r>
            <a:r>
              <a:rPr lang="en-GB" b="1">
                <a:solidFill>
                  <a:srgbClr val="0070C0"/>
                </a:solidFill>
                <a:latin typeface="Courier New"/>
                <a:ea typeface="Courier New"/>
                <a:cs typeface="Courier New"/>
                <a:sym typeface="Courier New"/>
              </a:rPr>
              <a:t>cfn-signal</a:t>
            </a:r>
            <a:r>
              <a:rPr lang="en-GB" b="1"/>
              <a:t> </a:t>
            </a:r>
            <a:r>
              <a:rPr lang="en-GB"/>
              <a:t>command</a:t>
            </a:r>
            <a:endParaRPr/>
          </a:p>
        </p:txBody>
      </p:sp>
      <p:sp>
        <p:nvSpPr>
          <p:cNvPr id="577" name="Google Shape;577;p82"/>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83"/>
          <p:cNvSpPr txBox="1">
            <a:spLocks noGrp="1"/>
          </p:cNvSpPr>
          <p:nvPr>
            <p:ph type="title"/>
          </p:nvPr>
        </p:nvSpPr>
        <p:spPr>
          <a:xfrm>
            <a:off x="314324" y="273844"/>
            <a:ext cx="70632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700"/>
              <a:buFont typeface="Arial"/>
              <a:buNone/>
            </a:pPr>
            <a:r>
              <a:rPr lang="en-GB" sz="2700" b="1"/>
              <a:t>WaitCondition and WaitConditionHandle</a:t>
            </a:r>
            <a:endParaRPr/>
          </a:p>
        </p:txBody>
      </p:sp>
      <p:sp>
        <p:nvSpPr>
          <p:cNvPr id="583" name="Google Shape;583;p83"/>
          <p:cNvSpPr txBox="1"/>
          <p:nvPr/>
        </p:nvSpPr>
        <p:spPr>
          <a:xfrm>
            <a:off x="340822" y="1054409"/>
            <a:ext cx="40317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b="1">
                <a:solidFill>
                  <a:srgbClr val="289186"/>
                </a:solidFill>
                <a:latin typeface="Arial"/>
                <a:ea typeface="Arial"/>
                <a:cs typeface="Arial"/>
                <a:sym typeface="Arial"/>
              </a:rPr>
              <a:t>Specifying a WaitConditionHandle</a:t>
            </a:r>
            <a:endParaRPr sz="1100"/>
          </a:p>
        </p:txBody>
      </p:sp>
      <p:sp>
        <p:nvSpPr>
          <p:cNvPr id="584" name="Google Shape;584;p83"/>
          <p:cNvSpPr txBox="1"/>
          <p:nvPr/>
        </p:nvSpPr>
        <p:spPr>
          <a:xfrm>
            <a:off x="5131035" y="1040790"/>
            <a:ext cx="30468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800" b="1">
                <a:solidFill>
                  <a:srgbClr val="289186"/>
                </a:solidFill>
                <a:latin typeface="Arial"/>
                <a:ea typeface="Arial"/>
                <a:cs typeface="Arial"/>
                <a:sym typeface="Arial"/>
              </a:rPr>
              <a:t>Signaling a WaitCondition</a:t>
            </a:r>
            <a:endParaRPr sz="1100"/>
          </a:p>
        </p:txBody>
      </p:sp>
      <p:sp>
        <p:nvSpPr>
          <p:cNvPr id="585" name="Google Shape;585;p83"/>
          <p:cNvSpPr/>
          <p:nvPr/>
        </p:nvSpPr>
        <p:spPr>
          <a:xfrm>
            <a:off x="238040" y="1526732"/>
            <a:ext cx="4122000" cy="3012600"/>
          </a:xfrm>
          <a:prstGeom prst="roundRect">
            <a:avLst>
              <a:gd name="adj" fmla="val 8650"/>
            </a:avLst>
          </a:prstGeom>
          <a:solidFill>
            <a:srgbClr val="D8D8D8"/>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100" b="1">
                <a:solidFill>
                  <a:srgbClr val="9AA9A9"/>
                </a:solidFill>
                <a:latin typeface="Courier New"/>
                <a:ea typeface="Courier New"/>
                <a:cs typeface="Courier New"/>
                <a:sym typeface="Courier New"/>
              </a:rPr>
              <a:t>"</a:t>
            </a:r>
            <a:r>
              <a:rPr lang="en-GB" sz="1100" b="1">
                <a:solidFill>
                  <a:schemeClr val="accent6"/>
                </a:solidFill>
                <a:latin typeface="Courier New"/>
                <a:ea typeface="Courier New"/>
                <a:cs typeface="Courier New"/>
                <a:sym typeface="Courier New"/>
              </a:rPr>
              <a:t>WebServerWaitHandle</a:t>
            </a:r>
            <a:r>
              <a:rPr lang="en-GB" sz="11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"Type": "AWS::CloudFormation::</a:t>
            </a:r>
            <a:r>
              <a:rPr lang="en-GB" sz="1100" b="1">
                <a:solidFill>
                  <a:schemeClr val="accent6"/>
                </a:solidFill>
                <a:latin typeface="Courier New"/>
                <a:ea typeface="Courier New"/>
                <a:cs typeface="Courier New"/>
                <a:sym typeface="Courier New"/>
              </a:rPr>
              <a:t>WaitConditionHandle</a:t>
            </a:r>
            <a:r>
              <a:rPr lang="en-GB" sz="1100" b="1">
                <a:solidFill>
                  <a:srgbClr val="046984"/>
                </a:solidFill>
                <a:latin typeface="Courier New"/>
                <a:ea typeface="Courier New"/>
                <a:cs typeface="Courier New"/>
                <a:sym typeface="Courier New"/>
              </a:rPr>
              <a:t>"</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"WebServerWaitCondition":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"Type": "AWS::CloudFormation::</a:t>
            </a:r>
            <a:r>
              <a:rPr lang="en-GB" sz="1100" b="1">
                <a:solidFill>
                  <a:schemeClr val="accent6"/>
                </a:solidFill>
                <a:latin typeface="Courier New"/>
                <a:ea typeface="Courier New"/>
                <a:cs typeface="Courier New"/>
                <a:sym typeface="Courier New"/>
              </a:rPr>
              <a:t>WaitCondition</a:t>
            </a:r>
            <a:r>
              <a:rPr lang="en-GB" sz="1100" b="1">
                <a:solidFill>
                  <a:srgbClr val="046984"/>
                </a:solidFill>
                <a:latin typeface="Courier New"/>
                <a:ea typeface="Courier New"/>
                <a:cs typeface="Courier New"/>
                <a:sym typeface="Courier New"/>
              </a:rPr>
              <a:t>",</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"DependsOn": "WebServerInstance",</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"Properties":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"Handle":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"Ref": </a:t>
            </a:r>
            <a:r>
              <a:rPr lang="en-GB" sz="1100" b="1">
                <a:solidFill>
                  <a:schemeClr val="accent6"/>
                </a:solidFill>
                <a:latin typeface="Courier New"/>
                <a:ea typeface="Courier New"/>
                <a:cs typeface="Courier New"/>
                <a:sym typeface="Courier New"/>
              </a:rPr>
              <a:t>"WebServerWaitHandle"</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"Timeout": "3600"</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p:txBody>
      </p:sp>
      <p:sp>
        <p:nvSpPr>
          <p:cNvPr id="586" name="Google Shape;586;p83"/>
          <p:cNvSpPr/>
          <p:nvPr/>
        </p:nvSpPr>
        <p:spPr>
          <a:xfrm>
            <a:off x="4814272" y="1526732"/>
            <a:ext cx="4255500" cy="3012600"/>
          </a:xfrm>
          <a:prstGeom prst="roundRect">
            <a:avLst>
              <a:gd name="adj" fmla="val 8650"/>
            </a:avLst>
          </a:prstGeom>
          <a:solidFill>
            <a:srgbClr val="D8D8D8"/>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100" b="1">
                <a:solidFill>
                  <a:srgbClr val="0070C0"/>
                </a:solidFill>
                <a:latin typeface="Courier New"/>
                <a:ea typeface="Courier New"/>
                <a:cs typeface="Courier New"/>
                <a:sym typeface="Courier New"/>
              </a:rPr>
              <a:t> </a:t>
            </a:r>
            <a:r>
              <a:rPr lang="en-GB" sz="1100" b="1">
                <a:solidFill>
                  <a:srgbClr val="046984"/>
                </a:solidFill>
                <a:latin typeface="Courier New"/>
                <a:ea typeface="Courier New"/>
                <a:cs typeface="Courier New"/>
                <a:sym typeface="Courier New"/>
              </a:rPr>
              <a:t>"UserData":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"Fn::Base64":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"Fn::Join": [ "",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"#!/bin/bash\n",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"/opt/aws/bin/cfn-signal -e 0 -r \"complete\"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"Ref": </a:t>
            </a:r>
            <a:r>
              <a:rPr lang="en-GB" sz="1100" b="1">
                <a:solidFill>
                  <a:schemeClr val="accent6"/>
                </a:solidFill>
                <a:latin typeface="Courier New"/>
                <a:ea typeface="Courier New"/>
                <a:cs typeface="Courier New"/>
                <a:sym typeface="Courier New"/>
              </a:rPr>
              <a:t>"WebServerWaitHandle"</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 "\"\n"</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100" b="1">
                <a:solidFill>
                  <a:srgbClr val="046984"/>
                </a:solidFill>
                <a:latin typeface="Courier New"/>
                <a:ea typeface="Courier New"/>
                <a:cs typeface="Courier New"/>
                <a:sym typeface="Courier New"/>
              </a:rPr>
              <a:t> </a:t>
            </a:r>
            <a:endParaRPr sz="1100"/>
          </a:p>
        </p:txBody>
      </p:sp>
      <p:cxnSp>
        <p:nvCxnSpPr>
          <p:cNvPr id="587" name="Google Shape;587;p83"/>
          <p:cNvCxnSpPr/>
          <p:nvPr/>
        </p:nvCxnSpPr>
        <p:spPr>
          <a:xfrm>
            <a:off x="4593383" y="1052972"/>
            <a:ext cx="0" cy="3486600"/>
          </a:xfrm>
          <a:prstGeom prst="straightConnector1">
            <a:avLst/>
          </a:prstGeom>
          <a:solidFill>
            <a:schemeClr val="lt1"/>
          </a:solidFill>
          <a:ln w="28575" cap="flat" cmpd="sng">
            <a:solidFill>
              <a:schemeClr val="dk2"/>
            </a:solidFill>
            <a:prstDash val="dash"/>
            <a:miter lim="800000"/>
            <a:headEnd type="none" w="sm" len="sm"/>
            <a:tailEnd type="none" w="sm" len="sm"/>
          </a:ln>
        </p:spPr>
      </p:cxnSp>
      <p:sp>
        <p:nvSpPr>
          <p:cNvPr id="588" name="Google Shape;588;p83"/>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84"/>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000"/>
              <a:buFont typeface="Arial"/>
              <a:buNone/>
            </a:pPr>
            <a:r>
              <a:rPr lang="en-GB" b="1"/>
              <a:t>Define outputs in a template</a:t>
            </a:r>
            <a:endParaRPr/>
          </a:p>
        </p:txBody>
      </p:sp>
      <p:sp>
        <p:nvSpPr>
          <p:cNvPr id="594" name="Google Shape;594;p84"/>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rgbClr val="289186"/>
              </a:buClr>
              <a:buSzPts val="2100"/>
              <a:buNone/>
            </a:pPr>
            <a:r>
              <a:rPr lang="en-GB" b="1">
                <a:solidFill>
                  <a:srgbClr val="289186"/>
                </a:solidFill>
              </a:rPr>
              <a:t>Outputs:</a:t>
            </a:r>
            <a:endParaRPr/>
          </a:p>
          <a:p>
            <a:pPr marL="177800" lvl="0" indent="-171450" algn="l" rtl="0">
              <a:lnSpc>
                <a:spcPct val="90000"/>
              </a:lnSpc>
              <a:spcBef>
                <a:spcPts val="800"/>
              </a:spcBef>
              <a:spcAft>
                <a:spcPts val="0"/>
              </a:spcAft>
              <a:buClr>
                <a:schemeClr val="dk1"/>
              </a:buClr>
              <a:buSzPts val="2100"/>
              <a:buChar char="•"/>
            </a:pPr>
            <a:r>
              <a:rPr lang="en-GB"/>
              <a:t>Return values for resources created as part of stack</a:t>
            </a:r>
            <a:endParaRPr/>
          </a:p>
          <a:p>
            <a:pPr marL="177800" lvl="0" indent="-171450" algn="l" rtl="0">
              <a:lnSpc>
                <a:spcPct val="90000"/>
              </a:lnSpc>
              <a:spcBef>
                <a:spcPts val="800"/>
              </a:spcBef>
              <a:spcAft>
                <a:spcPts val="0"/>
              </a:spcAft>
              <a:buClr>
                <a:schemeClr val="dk1"/>
              </a:buClr>
              <a:buSzPts val="2100"/>
              <a:buChar char="•"/>
            </a:pPr>
            <a:r>
              <a:rPr lang="en-GB"/>
              <a:t>Use intrinsic functions to obtain values of resources in stack</a:t>
            </a:r>
            <a:endParaRPr/>
          </a:p>
        </p:txBody>
      </p:sp>
      <p:sp>
        <p:nvSpPr>
          <p:cNvPr id="595" name="Google Shape;595;p84"/>
          <p:cNvSpPr/>
          <p:nvPr/>
        </p:nvSpPr>
        <p:spPr>
          <a:xfrm>
            <a:off x="523010" y="2656240"/>
            <a:ext cx="8023200" cy="1815000"/>
          </a:xfrm>
          <a:prstGeom prst="roundRect">
            <a:avLst>
              <a:gd name="adj" fmla="val 8796"/>
            </a:avLst>
          </a:prstGeom>
          <a:solidFill>
            <a:srgbClr val="D8D8D8"/>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400" b="1">
                <a:solidFill>
                  <a:schemeClr val="accent6"/>
                </a:solidFill>
                <a:latin typeface="Courier New"/>
                <a:ea typeface="Courier New"/>
                <a:cs typeface="Courier New"/>
                <a:sym typeface="Courier New"/>
              </a:rPr>
              <a:t> "Outputs" </a:t>
            </a:r>
            <a:r>
              <a:rPr lang="en-GB" sz="14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"WebSiteURL" :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"Description" : "The URL of the website",</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"Value" :  { "Fn::Join" : [ "", [ "http://", {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"Fn::GetAtt" : [ "ElasticLoadBalancer", "DNSName"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a:t>
            </a:r>
            <a:endParaRPr sz="1100"/>
          </a:p>
          <a:p>
            <a:pPr marL="0" marR="0" lvl="0" indent="0" algn="l" rtl="0">
              <a:spcBef>
                <a:spcPts val="0"/>
              </a:spcBef>
              <a:spcAft>
                <a:spcPts val="0"/>
              </a:spcAft>
              <a:buNone/>
            </a:pPr>
            <a:r>
              <a:rPr lang="en-GB" sz="1400" b="1">
                <a:solidFill>
                  <a:srgbClr val="046984"/>
                </a:solidFill>
                <a:latin typeface="Courier New"/>
                <a:ea typeface="Courier New"/>
                <a:cs typeface="Courier New"/>
                <a:sym typeface="Courier New"/>
              </a:rPr>
              <a:t>  }</a:t>
            </a:r>
            <a:endParaRPr sz="1100"/>
          </a:p>
        </p:txBody>
      </p:sp>
      <p:sp>
        <p:nvSpPr>
          <p:cNvPr id="596" name="Google Shape;596;p84"/>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85"/>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lt1"/>
              </a:buClr>
              <a:buSzPct val="100000"/>
              <a:buFont typeface="Arial"/>
              <a:buNone/>
            </a:pPr>
            <a:r>
              <a:rPr lang="en-GB" b="1"/>
              <a:t>Additional AWS CloudFormation stack options</a:t>
            </a:r>
            <a:endParaRPr/>
          </a:p>
        </p:txBody>
      </p:sp>
      <p:sp>
        <p:nvSpPr>
          <p:cNvPr id="602" name="Google Shape;602;p85"/>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chemeClr val="dk1"/>
              </a:buClr>
              <a:buSzPts val="2100"/>
              <a:buNone/>
            </a:pPr>
            <a:r>
              <a:rPr lang="en-GB"/>
              <a:t>Additional options can be specified when you create an AWS CloudFormation stack, such as :</a:t>
            </a:r>
            <a:endParaRPr/>
          </a:p>
          <a:p>
            <a:pPr marL="520700" lvl="1" indent="-177800" algn="l" rtl="0">
              <a:lnSpc>
                <a:spcPct val="90000"/>
              </a:lnSpc>
              <a:spcBef>
                <a:spcPts val="400"/>
              </a:spcBef>
              <a:spcAft>
                <a:spcPts val="0"/>
              </a:spcAft>
              <a:buClr>
                <a:schemeClr val="dk1"/>
              </a:buClr>
              <a:buSzPts val="1800"/>
              <a:buChar char="•"/>
            </a:pPr>
            <a:r>
              <a:rPr lang="en-GB"/>
              <a:t>Preventing </a:t>
            </a:r>
            <a:r>
              <a:rPr lang="en-GB" i="1"/>
              <a:t>rollback on failure</a:t>
            </a:r>
            <a:endParaRPr/>
          </a:p>
          <a:p>
            <a:pPr marL="520700" lvl="1" indent="-177800" algn="l" rtl="0">
              <a:lnSpc>
                <a:spcPct val="90000"/>
              </a:lnSpc>
              <a:spcBef>
                <a:spcPts val="400"/>
              </a:spcBef>
              <a:spcAft>
                <a:spcPts val="0"/>
              </a:spcAft>
              <a:buClr>
                <a:schemeClr val="dk1"/>
              </a:buClr>
              <a:buSzPts val="1800"/>
              <a:buChar char="•"/>
            </a:pPr>
            <a:r>
              <a:rPr lang="en-GB"/>
              <a:t>Setting a </a:t>
            </a:r>
            <a:r>
              <a:rPr lang="en-GB" i="1"/>
              <a:t>stack policy </a:t>
            </a:r>
            <a:r>
              <a:rPr lang="en-GB"/>
              <a:t>to control stack updates</a:t>
            </a:r>
            <a:endParaRPr/>
          </a:p>
          <a:p>
            <a:pPr marL="520700" lvl="1" indent="-177800" algn="l" rtl="0">
              <a:lnSpc>
                <a:spcPct val="90000"/>
              </a:lnSpc>
              <a:spcBef>
                <a:spcPts val="400"/>
              </a:spcBef>
              <a:spcAft>
                <a:spcPts val="0"/>
              </a:spcAft>
              <a:buClr>
                <a:schemeClr val="dk1"/>
              </a:buClr>
              <a:buSzPts val="1800"/>
              <a:buChar char="•"/>
            </a:pPr>
            <a:r>
              <a:rPr lang="en-GB"/>
              <a:t>Enabling termination protection</a:t>
            </a:r>
            <a:endParaRPr/>
          </a:p>
        </p:txBody>
      </p:sp>
      <p:sp>
        <p:nvSpPr>
          <p:cNvPr id="603" name="Google Shape;603;p85"/>
          <p:cNvSpPr/>
          <p:nvPr/>
        </p:nvSpPr>
        <p:spPr>
          <a:xfrm>
            <a:off x="314418" y="2938853"/>
            <a:ext cx="8385000" cy="1225800"/>
          </a:xfrm>
          <a:prstGeom prst="roundRect">
            <a:avLst>
              <a:gd name="adj" fmla="val 16667"/>
            </a:avLst>
          </a:prstGeom>
          <a:solidFill>
            <a:srgbClr val="D8D8D8"/>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800" b="1">
                <a:solidFill>
                  <a:srgbClr val="046984"/>
                </a:solidFill>
                <a:latin typeface="Courier New"/>
                <a:ea typeface="Courier New"/>
                <a:cs typeface="Courier New"/>
                <a:sym typeface="Courier New"/>
              </a:rPr>
              <a:t>aws cloudformation create-stack –-stack-name </a:t>
            </a:r>
            <a:r>
              <a:rPr lang="en-GB" sz="1800" b="1">
                <a:solidFill>
                  <a:srgbClr val="AC11AC"/>
                </a:solidFill>
                <a:latin typeface="Courier New"/>
                <a:ea typeface="Courier New"/>
                <a:cs typeface="Courier New"/>
                <a:sym typeface="Courier New"/>
              </a:rPr>
              <a:t>NewStack</a:t>
            </a:r>
            <a:endParaRPr sz="1100"/>
          </a:p>
          <a:p>
            <a:pPr marL="0" marR="0" lvl="0" indent="0" algn="l" rtl="0">
              <a:spcBef>
                <a:spcPts val="0"/>
              </a:spcBef>
              <a:spcAft>
                <a:spcPts val="0"/>
              </a:spcAft>
              <a:buNone/>
            </a:pPr>
            <a:r>
              <a:rPr lang="en-GB" sz="1800" b="1">
                <a:solidFill>
                  <a:srgbClr val="046984"/>
                </a:solidFill>
                <a:latin typeface="Courier New"/>
                <a:ea typeface="Courier New"/>
                <a:cs typeface="Courier New"/>
                <a:sym typeface="Courier New"/>
              </a:rPr>
              <a:t>–-template-body </a:t>
            </a:r>
            <a:r>
              <a:rPr lang="en-GB" sz="1800" b="1">
                <a:solidFill>
                  <a:srgbClr val="AC11AC"/>
                </a:solidFill>
                <a:latin typeface="Courier New"/>
                <a:ea typeface="Courier New"/>
                <a:cs typeface="Courier New"/>
                <a:sym typeface="Courier New"/>
              </a:rPr>
              <a:t>file://path/to/template.yml </a:t>
            </a:r>
            <a:r>
              <a:rPr lang="en-GB" sz="1800" b="1">
                <a:solidFill>
                  <a:srgbClr val="046984"/>
                </a:solidFill>
                <a:latin typeface="Courier New"/>
                <a:ea typeface="Courier New"/>
                <a:cs typeface="Courier New"/>
                <a:sym typeface="Courier New"/>
              </a:rPr>
              <a:t>–-on-failure </a:t>
            </a:r>
            <a:r>
              <a:rPr lang="en-GB" sz="1800" b="1">
                <a:solidFill>
                  <a:srgbClr val="AC11AC"/>
                </a:solidFill>
                <a:latin typeface="Courier New"/>
                <a:ea typeface="Courier New"/>
                <a:cs typeface="Courier New"/>
                <a:sym typeface="Courier New"/>
              </a:rPr>
              <a:t>DO_NOTHING</a:t>
            </a:r>
            <a:endParaRPr sz="1100"/>
          </a:p>
        </p:txBody>
      </p:sp>
      <p:sp>
        <p:nvSpPr>
          <p:cNvPr id="604" name="Google Shape;604;p85"/>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86"/>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Clr>
                <a:schemeClr val="lt1"/>
              </a:buClr>
              <a:buSzPct val="100000"/>
              <a:buFont typeface="Arial"/>
              <a:buNone/>
            </a:pPr>
            <a:r>
              <a:rPr lang="en-GB" b="1"/>
              <a:t>Override for failed update rollbacks</a:t>
            </a:r>
            <a:endParaRPr/>
          </a:p>
        </p:txBody>
      </p:sp>
      <p:sp>
        <p:nvSpPr>
          <p:cNvPr id="610" name="Google Shape;610;p86"/>
          <p:cNvSpPr txBox="1">
            <a:spLocks noGrp="1"/>
          </p:cNvSpPr>
          <p:nvPr>
            <p:ph type="body" idx="1"/>
          </p:nvPr>
        </p:nvSpPr>
        <p:spPr>
          <a:xfrm>
            <a:off x="314325" y="1146131"/>
            <a:ext cx="8515500" cy="3486600"/>
          </a:xfrm>
          <a:prstGeom prst="rect">
            <a:avLst/>
          </a:prstGeom>
          <a:noFill/>
          <a:ln>
            <a:noFill/>
          </a:ln>
        </p:spPr>
        <p:txBody>
          <a:bodyPr spcFirstLastPara="1" wrap="square" lIns="68575" tIns="34275" rIns="68575" bIns="34275" anchor="t" anchorCtr="0">
            <a:noAutofit/>
          </a:bodyPr>
          <a:lstStyle/>
          <a:p>
            <a:pPr marL="177800" lvl="0" indent="-171450" algn="l" rtl="0">
              <a:lnSpc>
                <a:spcPct val="100000"/>
              </a:lnSpc>
              <a:spcBef>
                <a:spcPts val="0"/>
              </a:spcBef>
              <a:spcAft>
                <a:spcPts val="0"/>
              </a:spcAft>
              <a:buClr>
                <a:schemeClr val="dk1"/>
              </a:buClr>
              <a:buSzPts val="2100"/>
              <a:buChar char="•"/>
            </a:pPr>
            <a:r>
              <a:rPr lang="en-GB"/>
              <a:t>Continue rolling back an update to your stack, even after rollback has failed and is in the </a:t>
            </a:r>
            <a:r>
              <a:rPr lang="en-GB" b="1" i="1">
                <a:solidFill>
                  <a:srgbClr val="289186"/>
                </a:solidFill>
              </a:rPr>
              <a:t>UPDATE_ROLLBACK_FAILED</a:t>
            </a:r>
            <a:r>
              <a:rPr lang="en-GB" b="1" i="1">
                <a:solidFill>
                  <a:srgbClr val="9AA9A9"/>
                </a:solidFill>
              </a:rPr>
              <a:t> </a:t>
            </a:r>
            <a:r>
              <a:rPr lang="en-GB"/>
              <a:t>state</a:t>
            </a:r>
            <a:endParaRPr/>
          </a:p>
          <a:p>
            <a:pPr marL="177800" lvl="0" indent="-171450" algn="l" rtl="0">
              <a:lnSpc>
                <a:spcPct val="100000"/>
              </a:lnSpc>
              <a:spcBef>
                <a:spcPts val="800"/>
              </a:spcBef>
              <a:spcAft>
                <a:spcPts val="0"/>
              </a:spcAft>
              <a:buClr>
                <a:schemeClr val="dk1"/>
              </a:buClr>
              <a:buSzPts val="2100"/>
              <a:buChar char="•"/>
            </a:pPr>
            <a:r>
              <a:rPr lang="en-GB"/>
              <a:t>Perform an override: </a:t>
            </a:r>
            <a:endParaRPr/>
          </a:p>
          <a:p>
            <a:pPr marL="520700" lvl="1" indent="-177800" algn="l" rtl="0">
              <a:lnSpc>
                <a:spcPct val="100000"/>
              </a:lnSpc>
              <a:spcBef>
                <a:spcPts val="400"/>
              </a:spcBef>
              <a:spcAft>
                <a:spcPts val="0"/>
              </a:spcAft>
              <a:buClr>
                <a:schemeClr val="dk1"/>
              </a:buClr>
              <a:buSzPts val="1800"/>
              <a:buChar char="•"/>
            </a:pPr>
            <a:r>
              <a:rPr lang="en-GB"/>
              <a:t>Remedy the cause of the failed rollback</a:t>
            </a:r>
            <a:endParaRPr/>
          </a:p>
          <a:p>
            <a:pPr marL="520700" lvl="1" indent="-177800" algn="l" rtl="0">
              <a:lnSpc>
                <a:spcPct val="100000"/>
              </a:lnSpc>
              <a:spcBef>
                <a:spcPts val="400"/>
              </a:spcBef>
              <a:spcAft>
                <a:spcPts val="0"/>
              </a:spcAft>
              <a:buClr>
                <a:schemeClr val="dk1"/>
              </a:buClr>
              <a:buSzPts val="1800"/>
              <a:buChar char="•"/>
            </a:pPr>
            <a:r>
              <a:rPr lang="en-GB"/>
              <a:t>Instruct AWS CloudFormation to continue rolling back the update</a:t>
            </a:r>
            <a:endParaRPr/>
          </a:p>
          <a:p>
            <a:pPr marL="520700" lvl="1" indent="-63500" algn="l" rtl="0">
              <a:lnSpc>
                <a:spcPct val="100000"/>
              </a:lnSpc>
              <a:spcBef>
                <a:spcPts val="400"/>
              </a:spcBef>
              <a:spcAft>
                <a:spcPts val="0"/>
              </a:spcAft>
              <a:buClr>
                <a:schemeClr val="dk1"/>
              </a:buClr>
              <a:buSzPts val="1800"/>
              <a:buNone/>
            </a:pPr>
            <a:endParaRPr/>
          </a:p>
          <a:p>
            <a:pPr marL="520700" lvl="1" indent="-63500" algn="l" rtl="0">
              <a:lnSpc>
                <a:spcPct val="100000"/>
              </a:lnSpc>
              <a:spcBef>
                <a:spcPts val="400"/>
              </a:spcBef>
              <a:spcAft>
                <a:spcPts val="0"/>
              </a:spcAft>
              <a:buClr>
                <a:schemeClr val="dk1"/>
              </a:buClr>
              <a:buSzPts val="1800"/>
              <a:buNone/>
            </a:pPr>
            <a:endParaRPr/>
          </a:p>
        </p:txBody>
      </p:sp>
      <p:sp>
        <p:nvSpPr>
          <p:cNvPr id="611" name="Google Shape;611;p86"/>
          <p:cNvSpPr/>
          <p:nvPr/>
        </p:nvSpPr>
        <p:spPr>
          <a:xfrm>
            <a:off x="178904" y="3295344"/>
            <a:ext cx="8655900" cy="919500"/>
          </a:xfrm>
          <a:prstGeom prst="roundRect">
            <a:avLst>
              <a:gd name="adj" fmla="val 16667"/>
            </a:avLst>
          </a:prstGeom>
          <a:solidFill>
            <a:srgbClr val="D8D8D8"/>
          </a:solidFill>
          <a:ln>
            <a:noFill/>
          </a:ln>
        </p:spPr>
        <p:txBody>
          <a:bodyPr spcFirstLastPara="1" wrap="square" lIns="137150" tIns="137150" rIns="137150" bIns="137150" anchor="ctr" anchorCtr="0">
            <a:noAutofit/>
          </a:bodyPr>
          <a:lstStyle/>
          <a:p>
            <a:pPr marL="0" marR="0" lvl="0" indent="0" algn="l" rtl="0">
              <a:spcBef>
                <a:spcPts val="0"/>
              </a:spcBef>
              <a:spcAft>
                <a:spcPts val="0"/>
              </a:spcAft>
              <a:buNone/>
            </a:pPr>
            <a:r>
              <a:rPr lang="en-GB" sz="1800" b="1">
                <a:solidFill>
                  <a:srgbClr val="046984"/>
                </a:solidFill>
                <a:latin typeface="Courier New"/>
                <a:ea typeface="Courier New"/>
                <a:cs typeface="Courier New"/>
                <a:sym typeface="Courier New"/>
              </a:rPr>
              <a:t>aws cloudformation continue-update-rollback –-stack-name </a:t>
            </a:r>
            <a:r>
              <a:rPr lang="en-GB" sz="1800" b="1">
                <a:solidFill>
                  <a:srgbClr val="AC11AC"/>
                </a:solidFill>
                <a:latin typeface="Courier New"/>
                <a:ea typeface="Courier New"/>
                <a:cs typeface="Courier New"/>
                <a:sym typeface="Courier New"/>
              </a:rPr>
              <a:t>ExistingStack</a:t>
            </a:r>
            <a:endParaRPr sz="1100"/>
          </a:p>
        </p:txBody>
      </p:sp>
      <p:sp>
        <p:nvSpPr>
          <p:cNvPr id="612" name="Google Shape;612;p86"/>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grpSp>
        <p:nvGrpSpPr>
          <p:cNvPr id="617" name="Google Shape;617;p87"/>
          <p:cNvGrpSpPr/>
          <p:nvPr/>
        </p:nvGrpSpPr>
        <p:grpSpPr>
          <a:xfrm>
            <a:off x="314325" y="988049"/>
            <a:ext cx="8509725" cy="3888675"/>
            <a:chOff x="0" y="0"/>
            <a:chExt cx="11346300" cy="5184900"/>
          </a:xfrm>
        </p:grpSpPr>
        <p:cxnSp>
          <p:nvCxnSpPr>
            <p:cNvPr id="618" name="Google Shape;618;p87"/>
            <p:cNvCxnSpPr/>
            <p:nvPr/>
          </p:nvCxnSpPr>
          <p:spPr>
            <a:xfrm>
              <a:off x="0" y="0"/>
              <a:ext cx="11346300" cy="0"/>
            </a:xfrm>
            <a:prstGeom prst="straightConnector1">
              <a:avLst/>
            </a:prstGeom>
            <a:solidFill>
              <a:srgbClr val="4B24AA"/>
            </a:solidFill>
            <a:ln w="12700" cap="flat" cmpd="sng">
              <a:solidFill>
                <a:srgbClr val="4B24AA"/>
              </a:solidFill>
              <a:prstDash val="solid"/>
              <a:miter lim="800000"/>
              <a:headEnd type="none" w="sm" len="sm"/>
              <a:tailEnd type="none" w="sm" len="sm"/>
            </a:ln>
          </p:spPr>
        </p:cxnSp>
        <p:sp>
          <p:nvSpPr>
            <p:cNvPr id="619" name="Google Shape;619;p87"/>
            <p:cNvSpPr/>
            <p:nvPr/>
          </p:nvSpPr>
          <p:spPr>
            <a:xfrm>
              <a:off x="0" y="0"/>
              <a:ext cx="2269200" cy="51849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0" name="Google Shape;620;p87"/>
            <p:cNvSpPr txBox="1"/>
            <p:nvPr/>
          </p:nvSpPr>
          <p:spPr>
            <a:xfrm>
              <a:off x="0" y="0"/>
              <a:ext cx="2269200" cy="5184900"/>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rgbClr val="391D7F"/>
                </a:buClr>
                <a:buSzPts val="2100"/>
                <a:buFont typeface="Arial"/>
                <a:buNone/>
              </a:pPr>
              <a:r>
                <a:rPr lang="en-GB" sz="2100" b="1">
                  <a:solidFill>
                    <a:srgbClr val="391D7F"/>
                  </a:solidFill>
                  <a:latin typeface="Arial"/>
                  <a:ea typeface="Arial"/>
                  <a:cs typeface="Arial"/>
                  <a:sym typeface="Arial"/>
                </a:rPr>
                <a:t>Planning and organizing:</a:t>
              </a:r>
              <a:endParaRPr sz="2100">
                <a:solidFill>
                  <a:srgbClr val="391D7F"/>
                </a:solidFill>
                <a:latin typeface="Arial"/>
                <a:ea typeface="Arial"/>
                <a:cs typeface="Arial"/>
                <a:sym typeface="Arial"/>
              </a:endParaRPr>
            </a:p>
          </p:txBody>
        </p:sp>
        <p:sp>
          <p:nvSpPr>
            <p:cNvPr id="621" name="Google Shape;621;p87"/>
            <p:cNvSpPr/>
            <p:nvPr/>
          </p:nvSpPr>
          <p:spPr>
            <a:xfrm>
              <a:off x="2439428" y="81015"/>
              <a:ext cx="4368300" cy="16203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2" name="Google Shape;622;p87"/>
            <p:cNvSpPr txBox="1"/>
            <p:nvPr/>
          </p:nvSpPr>
          <p:spPr>
            <a:xfrm>
              <a:off x="2439428" y="81015"/>
              <a:ext cx="4368300" cy="16203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Organize your stacks by lifecycle and ownership.</a:t>
              </a:r>
              <a:endParaRPr sz="1100"/>
            </a:p>
          </p:txBody>
        </p:sp>
        <p:cxnSp>
          <p:nvCxnSpPr>
            <p:cNvPr id="623" name="Google Shape;623;p87"/>
            <p:cNvCxnSpPr/>
            <p:nvPr/>
          </p:nvCxnSpPr>
          <p:spPr>
            <a:xfrm>
              <a:off x="2269236" y="1701328"/>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24" name="Google Shape;624;p87"/>
            <p:cNvSpPr/>
            <p:nvPr/>
          </p:nvSpPr>
          <p:spPr>
            <a:xfrm>
              <a:off x="2439428" y="1782344"/>
              <a:ext cx="4368300" cy="16203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5" name="Google Shape;625;p87"/>
            <p:cNvSpPr txBox="1"/>
            <p:nvPr/>
          </p:nvSpPr>
          <p:spPr>
            <a:xfrm>
              <a:off x="2439428" y="1782344"/>
              <a:ext cx="4368300" cy="16203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b="1">
                  <a:solidFill>
                    <a:schemeClr val="dk1"/>
                  </a:solidFill>
                  <a:latin typeface="Arial"/>
                  <a:ea typeface="Arial"/>
                  <a:cs typeface="Arial"/>
                  <a:sym typeface="Arial"/>
                </a:rPr>
                <a:t>Reuse templates</a:t>
              </a:r>
              <a:r>
                <a:rPr lang="en-GB" sz="2300">
                  <a:solidFill>
                    <a:schemeClr val="dk1"/>
                  </a:solidFill>
                  <a:latin typeface="Arial"/>
                  <a:ea typeface="Arial"/>
                  <a:cs typeface="Arial"/>
                  <a:sym typeface="Arial"/>
                </a:rPr>
                <a:t> to replicate stacks in multiple environments.</a:t>
              </a:r>
              <a:endParaRPr sz="1100"/>
            </a:p>
          </p:txBody>
        </p:sp>
        <p:sp>
          <p:nvSpPr>
            <p:cNvPr id="626" name="Google Shape;626;p87"/>
            <p:cNvSpPr/>
            <p:nvPr/>
          </p:nvSpPr>
          <p:spPr>
            <a:xfrm>
              <a:off x="6977900" y="1782344"/>
              <a:ext cx="4368300" cy="16203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7" name="Google Shape;627;p87"/>
            <p:cNvSpPr txBox="1"/>
            <p:nvPr/>
          </p:nvSpPr>
          <p:spPr>
            <a:xfrm>
              <a:off x="6977900" y="1782344"/>
              <a:ext cx="4368300" cy="16203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Example: Development, testing, and production environments.</a:t>
              </a:r>
              <a:endParaRPr sz="1100"/>
            </a:p>
          </p:txBody>
        </p:sp>
        <p:cxnSp>
          <p:nvCxnSpPr>
            <p:cNvPr id="628" name="Google Shape;628;p87"/>
            <p:cNvCxnSpPr/>
            <p:nvPr/>
          </p:nvCxnSpPr>
          <p:spPr>
            <a:xfrm>
              <a:off x="2269236" y="3402657"/>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29" name="Google Shape;629;p87"/>
            <p:cNvSpPr/>
            <p:nvPr/>
          </p:nvSpPr>
          <p:spPr>
            <a:xfrm>
              <a:off x="2439428" y="3483673"/>
              <a:ext cx="4368300" cy="16203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30" name="Google Shape;630;p87"/>
            <p:cNvSpPr txBox="1"/>
            <p:nvPr/>
          </p:nvSpPr>
          <p:spPr>
            <a:xfrm>
              <a:off x="2439428" y="3483673"/>
              <a:ext cx="4368300" cy="16203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Verify limits for all resource types.</a:t>
              </a:r>
              <a:endParaRPr sz="1100"/>
            </a:p>
          </p:txBody>
        </p:sp>
        <p:cxnSp>
          <p:nvCxnSpPr>
            <p:cNvPr id="631" name="Google Shape;631;p87"/>
            <p:cNvCxnSpPr/>
            <p:nvPr/>
          </p:nvCxnSpPr>
          <p:spPr>
            <a:xfrm>
              <a:off x="2269236" y="5103986"/>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grpSp>
      <p:sp>
        <p:nvSpPr>
          <p:cNvPr id="632" name="Google Shape;632;p87"/>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400"/>
              <a:buFont typeface="Arial"/>
              <a:buNone/>
            </a:pPr>
            <a:r>
              <a:rPr lang="en-GB" sz="2400" b="1"/>
              <a:t>AWS CloudFormation best practices (1 of 3) </a:t>
            </a:r>
            <a:endParaRPr/>
          </a:p>
        </p:txBody>
      </p:sp>
      <p:sp>
        <p:nvSpPr>
          <p:cNvPr id="633" name="Google Shape;633;p87"/>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88"/>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400"/>
              <a:buFont typeface="Arial"/>
              <a:buNone/>
            </a:pPr>
            <a:r>
              <a:rPr lang="en-GB" sz="2400" b="1"/>
              <a:t>AWS CloudFormation best practices (2 of 3) </a:t>
            </a:r>
            <a:endParaRPr/>
          </a:p>
        </p:txBody>
      </p:sp>
      <p:sp>
        <p:nvSpPr>
          <p:cNvPr id="639" name="Google Shape;639;p88"/>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grpSp>
        <p:nvGrpSpPr>
          <p:cNvPr id="640" name="Google Shape;640;p88"/>
          <p:cNvGrpSpPr/>
          <p:nvPr/>
        </p:nvGrpSpPr>
        <p:grpSpPr>
          <a:xfrm>
            <a:off x="314325" y="989948"/>
            <a:ext cx="8509725" cy="3884850"/>
            <a:chOff x="0" y="2531"/>
            <a:chExt cx="11346300" cy="5179800"/>
          </a:xfrm>
        </p:grpSpPr>
        <p:cxnSp>
          <p:nvCxnSpPr>
            <p:cNvPr id="641" name="Google Shape;641;p88"/>
            <p:cNvCxnSpPr/>
            <p:nvPr/>
          </p:nvCxnSpPr>
          <p:spPr>
            <a:xfrm>
              <a:off x="0" y="2531"/>
              <a:ext cx="11346300" cy="0"/>
            </a:xfrm>
            <a:prstGeom prst="straightConnector1">
              <a:avLst/>
            </a:prstGeom>
            <a:solidFill>
              <a:srgbClr val="4B24AA"/>
            </a:solidFill>
            <a:ln w="12700" cap="flat" cmpd="sng">
              <a:solidFill>
                <a:srgbClr val="4B24AA"/>
              </a:solidFill>
              <a:prstDash val="solid"/>
              <a:miter lim="800000"/>
              <a:headEnd type="none" w="sm" len="sm"/>
              <a:tailEnd type="none" w="sm" len="sm"/>
            </a:ln>
          </p:spPr>
        </p:cxnSp>
        <p:sp>
          <p:nvSpPr>
            <p:cNvPr id="642" name="Google Shape;642;p88"/>
            <p:cNvSpPr/>
            <p:nvPr/>
          </p:nvSpPr>
          <p:spPr>
            <a:xfrm>
              <a:off x="0" y="2531"/>
              <a:ext cx="2269200" cy="51798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43" name="Google Shape;643;p88"/>
            <p:cNvSpPr txBox="1"/>
            <p:nvPr/>
          </p:nvSpPr>
          <p:spPr>
            <a:xfrm>
              <a:off x="0" y="2531"/>
              <a:ext cx="2269200" cy="5179800"/>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rgbClr val="391D7F"/>
                </a:buClr>
                <a:buSzPts val="2100"/>
                <a:buFont typeface="Arial"/>
                <a:buNone/>
              </a:pPr>
              <a:r>
                <a:rPr lang="en-GB" sz="2100" b="1">
                  <a:solidFill>
                    <a:srgbClr val="391D7F"/>
                  </a:solidFill>
                  <a:latin typeface="Arial"/>
                  <a:ea typeface="Arial"/>
                  <a:cs typeface="Arial"/>
                  <a:sym typeface="Arial"/>
                </a:rPr>
                <a:t>Creating templates:</a:t>
              </a:r>
              <a:endParaRPr sz="2100">
                <a:solidFill>
                  <a:srgbClr val="391D7F"/>
                </a:solidFill>
                <a:latin typeface="Arial"/>
                <a:ea typeface="Arial"/>
                <a:cs typeface="Arial"/>
                <a:sym typeface="Arial"/>
              </a:endParaRPr>
            </a:p>
          </p:txBody>
        </p:sp>
        <p:sp>
          <p:nvSpPr>
            <p:cNvPr id="644" name="Google Shape;644;p88"/>
            <p:cNvSpPr/>
            <p:nvPr/>
          </p:nvSpPr>
          <p:spPr>
            <a:xfrm>
              <a:off x="2439428" y="51346"/>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45" name="Google Shape;645;p88"/>
            <p:cNvSpPr txBox="1"/>
            <p:nvPr/>
          </p:nvSpPr>
          <p:spPr>
            <a:xfrm>
              <a:off x="2439428" y="51346"/>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Do not embed credentials in your templates.</a:t>
              </a:r>
              <a:endParaRPr sz="1100"/>
            </a:p>
          </p:txBody>
        </p:sp>
        <p:cxnSp>
          <p:nvCxnSpPr>
            <p:cNvPr id="646" name="Google Shape;646;p88"/>
            <p:cNvCxnSpPr/>
            <p:nvPr/>
          </p:nvCxnSpPr>
          <p:spPr>
            <a:xfrm>
              <a:off x="2269236" y="1027643"/>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47" name="Google Shape;647;p88"/>
            <p:cNvSpPr/>
            <p:nvPr/>
          </p:nvSpPr>
          <p:spPr>
            <a:xfrm>
              <a:off x="2439428" y="1076458"/>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48" name="Google Shape;648;p88"/>
            <p:cNvSpPr txBox="1"/>
            <p:nvPr/>
          </p:nvSpPr>
          <p:spPr>
            <a:xfrm>
              <a:off x="2439428" y="1076458"/>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Use AWS-specific parameter types.</a:t>
              </a:r>
              <a:endParaRPr sz="1100"/>
            </a:p>
          </p:txBody>
        </p:sp>
        <p:cxnSp>
          <p:nvCxnSpPr>
            <p:cNvPr id="649" name="Google Shape;649;p88"/>
            <p:cNvCxnSpPr/>
            <p:nvPr/>
          </p:nvCxnSpPr>
          <p:spPr>
            <a:xfrm>
              <a:off x="2269236" y="2052755"/>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50" name="Google Shape;650;p88"/>
            <p:cNvSpPr/>
            <p:nvPr/>
          </p:nvSpPr>
          <p:spPr>
            <a:xfrm>
              <a:off x="2439428" y="2101570"/>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51" name="Google Shape;651;p88"/>
            <p:cNvSpPr txBox="1"/>
            <p:nvPr/>
          </p:nvSpPr>
          <p:spPr>
            <a:xfrm>
              <a:off x="2439428" y="2101570"/>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Use parameter constraints.</a:t>
              </a:r>
              <a:endParaRPr sz="1100"/>
            </a:p>
          </p:txBody>
        </p:sp>
        <p:cxnSp>
          <p:nvCxnSpPr>
            <p:cNvPr id="652" name="Google Shape;652;p88"/>
            <p:cNvCxnSpPr/>
            <p:nvPr/>
          </p:nvCxnSpPr>
          <p:spPr>
            <a:xfrm>
              <a:off x="2269236" y="3077867"/>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53" name="Google Shape;653;p88"/>
            <p:cNvSpPr/>
            <p:nvPr/>
          </p:nvSpPr>
          <p:spPr>
            <a:xfrm>
              <a:off x="2439428" y="3126682"/>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54" name="Google Shape;654;p88"/>
            <p:cNvSpPr txBox="1"/>
            <p:nvPr/>
          </p:nvSpPr>
          <p:spPr>
            <a:xfrm>
              <a:off x="2439428" y="3126682"/>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Use AWS::CloudFormation::Init to deploy software applications on Amazon EC2 instances.</a:t>
              </a:r>
              <a:endParaRPr sz="1100"/>
            </a:p>
          </p:txBody>
        </p:sp>
        <p:cxnSp>
          <p:nvCxnSpPr>
            <p:cNvPr id="655" name="Google Shape;655;p88"/>
            <p:cNvCxnSpPr/>
            <p:nvPr/>
          </p:nvCxnSpPr>
          <p:spPr>
            <a:xfrm>
              <a:off x="2269236" y="4102979"/>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56" name="Google Shape;656;p88"/>
            <p:cNvSpPr/>
            <p:nvPr/>
          </p:nvSpPr>
          <p:spPr>
            <a:xfrm>
              <a:off x="2439428" y="4151794"/>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57" name="Google Shape;657;p88"/>
            <p:cNvSpPr txBox="1"/>
            <p:nvPr/>
          </p:nvSpPr>
          <p:spPr>
            <a:xfrm>
              <a:off x="2439428" y="4151794"/>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Validate templates before you use them.</a:t>
              </a:r>
              <a:endParaRPr sz="1100"/>
            </a:p>
          </p:txBody>
        </p:sp>
        <p:cxnSp>
          <p:nvCxnSpPr>
            <p:cNvPr id="658" name="Google Shape;658;p88"/>
            <p:cNvCxnSpPr/>
            <p:nvPr/>
          </p:nvCxnSpPr>
          <p:spPr>
            <a:xfrm>
              <a:off x="2269236" y="5128091"/>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grpSp>
        <p:nvGrpSpPr>
          <p:cNvPr id="663" name="Google Shape;663;p89"/>
          <p:cNvGrpSpPr/>
          <p:nvPr/>
        </p:nvGrpSpPr>
        <p:grpSpPr>
          <a:xfrm>
            <a:off x="314325" y="989948"/>
            <a:ext cx="8509725" cy="3884850"/>
            <a:chOff x="0" y="2531"/>
            <a:chExt cx="11346300" cy="5179800"/>
          </a:xfrm>
        </p:grpSpPr>
        <p:cxnSp>
          <p:nvCxnSpPr>
            <p:cNvPr id="664" name="Google Shape;664;p89"/>
            <p:cNvCxnSpPr/>
            <p:nvPr/>
          </p:nvCxnSpPr>
          <p:spPr>
            <a:xfrm>
              <a:off x="0" y="2531"/>
              <a:ext cx="11346300" cy="0"/>
            </a:xfrm>
            <a:prstGeom prst="straightConnector1">
              <a:avLst/>
            </a:prstGeom>
            <a:solidFill>
              <a:srgbClr val="4B24AA"/>
            </a:solidFill>
            <a:ln w="12700" cap="flat" cmpd="sng">
              <a:solidFill>
                <a:srgbClr val="4B24AA"/>
              </a:solidFill>
              <a:prstDash val="solid"/>
              <a:miter lim="800000"/>
              <a:headEnd type="none" w="sm" len="sm"/>
              <a:tailEnd type="none" w="sm" len="sm"/>
            </a:ln>
          </p:spPr>
        </p:cxnSp>
        <p:sp>
          <p:nvSpPr>
            <p:cNvPr id="665" name="Google Shape;665;p89"/>
            <p:cNvSpPr/>
            <p:nvPr/>
          </p:nvSpPr>
          <p:spPr>
            <a:xfrm>
              <a:off x="0" y="2531"/>
              <a:ext cx="2269200" cy="51798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66" name="Google Shape;666;p89"/>
            <p:cNvSpPr txBox="1"/>
            <p:nvPr/>
          </p:nvSpPr>
          <p:spPr>
            <a:xfrm>
              <a:off x="0" y="2531"/>
              <a:ext cx="2269200" cy="5179800"/>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rgbClr val="391D7F"/>
                </a:buClr>
                <a:buSzPts val="2100"/>
                <a:buFont typeface="Arial"/>
                <a:buNone/>
              </a:pPr>
              <a:r>
                <a:rPr lang="en-GB" sz="2100" b="1">
                  <a:solidFill>
                    <a:srgbClr val="391D7F"/>
                  </a:solidFill>
                  <a:latin typeface="Arial"/>
                  <a:ea typeface="Arial"/>
                  <a:cs typeface="Arial"/>
                  <a:sym typeface="Arial"/>
                </a:rPr>
                <a:t>Managing stacks:</a:t>
              </a:r>
              <a:endParaRPr sz="2100">
                <a:solidFill>
                  <a:srgbClr val="391D7F"/>
                </a:solidFill>
                <a:latin typeface="Arial"/>
                <a:ea typeface="Arial"/>
                <a:cs typeface="Arial"/>
                <a:sym typeface="Arial"/>
              </a:endParaRPr>
            </a:p>
          </p:txBody>
        </p:sp>
        <p:sp>
          <p:nvSpPr>
            <p:cNvPr id="667" name="Google Shape;667;p89"/>
            <p:cNvSpPr/>
            <p:nvPr/>
          </p:nvSpPr>
          <p:spPr>
            <a:xfrm>
              <a:off x="2439428" y="2531"/>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68" name="Google Shape;668;p89"/>
            <p:cNvSpPr txBox="1"/>
            <p:nvPr/>
          </p:nvSpPr>
          <p:spPr>
            <a:xfrm>
              <a:off x="2439428" y="2531"/>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Manage all stack resources through AWS CloudFormation.</a:t>
              </a:r>
              <a:endParaRPr sz="1100"/>
            </a:p>
          </p:txBody>
        </p:sp>
        <p:cxnSp>
          <p:nvCxnSpPr>
            <p:cNvPr id="669" name="Google Shape;669;p89"/>
            <p:cNvCxnSpPr/>
            <p:nvPr/>
          </p:nvCxnSpPr>
          <p:spPr>
            <a:xfrm>
              <a:off x="2269236" y="1027643"/>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70" name="Google Shape;670;p89"/>
            <p:cNvSpPr/>
            <p:nvPr/>
          </p:nvSpPr>
          <p:spPr>
            <a:xfrm>
              <a:off x="2439428" y="1027643"/>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1" name="Google Shape;671;p89"/>
            <p:cNvSpPr txBox="1"/>
            <p:nvPr/>
          </p:nvSpPr>
          <p:spPr>
            <a:xfrm>
              <a:off x="2439428" y="1027643"/>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Create change sets before updating your stacks.</a:t>
              </a:r>
              <a:endParaRPr sz="1100"/>
            </a:p>
          </p:txBody>
        </p:sp>
        <p:cxnSp>
          <p:nvCxnSpPr>
            <p:cNvPr id="672" name="Google Shape;672;p89"/>
            <p:cNvCxnSpPr/>
            <p:nvPr/>
          </p:nvCxnSpPr>
          <p:spPr>
            <a:xfrm>
              <a:off x="2269236" y="2052755"/>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73" name="Google Shape;673;p89"/>
            <p:cNvSpPr/>
            <p:nvPr/>
          </p:nvSpPr>
          <p:spPr>
            <a:xfrm>
              <a:off x="2439428" y="2101570"/>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4" name="Google Shape;674;p89"/>
            <p:cNvSpPr txBox="1"/>
            <p:nvPr/>
          </p:nvSpPr>
          <p:spPr>
            <a:xfrm>
              <a:off x="2439428" y="2101570"/>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Use stack policies.</a:t>
              </a:r>
              <a:endParaRPr sz="1100"/>
            </a:p>
          </p:txBody>
        </p:sp>
        <p:cxnSp>
          <p:nvCxnSpPr>
            <p:cNvPr id="675" name="Google Shape;675;p89"/>
            <p:cNvCxnSpPr/>
            <p:nvPr/>
          </p:nvCxnSpPr>
          <p:spPr>
            <a:xfrm>
              <a:off x="2269236" y="3077867"/>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76" name="Google Shape;676;p89"/>
            <p:cNvSpPr/>
            <p:nvPr/>
          </p:nvSpPr>
          <p:spPr>
            <a:xfrm>
              <a:off x="2439428" y="3126682"/>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77" name="Google Shape;677;p89"/>
            <p:cNvSpPr txBox="1"/>
            <p:nvPr/>
          </p:nvSpPr>
          <p:spPr>
            <a:xfrm>
              <a:off x="2439428" y="3126682"/>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Use AWS CloudTrail to log AWS CloudFormation calls. </a:t>
              </a:r>
              <a:endParaRPr sz="1100"/>
            </a:p>
          </p:txBody>
        </p:sp>
        <p:cxnSp>
          <p:nvCxnSpPr>
            <p:cNvPr id="678" name="Google Shape;678;p89"/>
            <p:cNvCxnSpPr/>
            <p:nvPr/>
          </p:nvCxnSpPr>
          <p:spPr>
            <a:xfrm>
              <a:off x="2269236" y="4102979"/>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sp>
          <p:nvSpPr>
            <p:cNvPr id="679" name="Google Shape;679;p89"/>
            <p:cNvSpPr/>
            <p:nvPr/>
          </p:nvSpPr>
          <p:spPr>
            <a:xfrm>
              <a:off x="2439428" y="4151794"/>
              <a:ext cx="8906700" cy="976200"/>
            </a:xfrm>
            <a:prstGeom prst="rect">
              <a:avLst/>
            </a:prstGeom>
            <a:no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80" name="Google Shape;680;p89"/>
            <p:cNvSpPr txBox="1"/>
            <p:nvPr/>
          </p:nvSpPr>
          <p:spPr>
            <a:xfrm>
              <a:off x="2439428" y="4151794"/>
              <a:ext cx="8906700" cy="976200"/>
            </a:xfrm>
            <a:prstGeom prst="rect">
              <a:avLst/>
            </a:prstGeom>
            <a:noFill/>
            <a:ln>
              <a:noFill/>
            </a:ln>
          </p:spPr>
          <p:txBody>
            <a:bodyPr spcFirstLastPara="1" wrap="square" lIns="85725" tIns="85725" rIns="85725" bIns="857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GB" sz="2300">
                  <a:solidFill>
                    <a:schemeClr val="dk1"/>
                  </a:solidFill>
                  <a:latin typeface="Arial"/>
                  <a:ea typeface="Arial"/>
                  <a:cs typeface="Arial"/>
                  <a:sym typeface="Arial"/>
                </a:rPr>
                <a:t>Use code reviews and revision controls to manage your templates.</a:t>
              </a:r>
              <a:endParaRPr sz="1100"/>
            </a:p>
          </p:txBody>
        </p:sp>
        <p:cxnSp>
          <p:nvCxnSpPr>
            <p:cNvPr id="681" name="Google Shape;681;p89"/>
            <p:cNvCxnSpPr/>
            <p:nvPr/>
          </p:nvCxnSpPr>
          <p:spPr>
            <a:xfrm>
              <a:off x="2269236" y="5128091"/>
              <a:ext cx="9076800" cy="0"/>
            </a:xfrm>
            <a:prstGeom prst="straightConnector1">
              <a:avLst/>
            </a:prstGeom>
            <a:solidFill>
              <a:srgbClr val="4B24AA"/>
            </a:solidFill>
            <a:ln w="12700" cap="flat" cmpd="sng">
              <a:solidFill>
                <a:srgbClr val="C0BBDA"/>
              </a:solidFill>
              <a:prstDash val="solid"/>
              <a:miter lim="800000"/>
              <a:headEnd type="none" w="sm" len="sm"/>
              <a:tailEnd type="none" w="sm" len="sm"/>
            </a:ln>
          </p:spPr>
        </p:cxnSp>
      </p:grpSp>
      <p:sp>
        <p:nvSpPr>
          <p:cNvPr id="682" name="Google Shape;682;p89"/>
          <p:cNvSpPr txBox="1">
            <a:spLocks noGrp="1"/>
          </p:cNvSpPr>
          <p:nvPr>
            <p:ph type="title"/>
          </p:nvPr>
        </p:nvSpPr>
        <p:spPr>
          <a:xfrm>
            <a:off x="314325" y="273844"/>
            <a:ext cx="6775800" cy="3555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400"/>
              <a:buFont typeface="Arial"/>
              <a:buNone/>
            </a:pPr>
            <a:r>
              <a:rPr lang="en-GB" sz="2400" b="1"/>
              <a:t>AWS CloudFormation best practices (3 of 3) </a:t>
            </a:r>
            <a:endParaRPr/>
          </a:p>
        </p:txBody>
      </p:sp>
      <p:sp>
        <p:nvSpPr>
          <p:cNvPr id="683" name="Google Shape;683;p89"/>
          <p:cNvSpPr txBox="1">
            <a:spLocks noGrp="1"/>
          </p:cNvSpPr>
          <p:nvPr>
            <p:ph type="ftr" idx="11"/>
          </p:nvPr>
        </p:nvSpPr>
        <p:spPr>
          <a:xfrm>
            <a:off x="314325" y="4767263"/>
            <a:ext cx="5153100" cy="273900"/>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888888"/>
              </a:buClr>
              <a:buSzPts val="700"/>
              <a:buFont typeface="Arial"/>
              <a:buNone/>
            </a:pPr>
            <a:r>
              <a:rPr lang="en-GB" sz="700" b="0" i="0" u="none" strike="noStrike" cap="none">
                <a:solidFill>
                  <a:srgbClr val="888888"/>
                </a:solidFill>
                <a:latin typeface="Arial"/>
                <a:ea typeface="Arial"/>
                <a:cs typeface="Arial"/>
                <a:sym typeface="Arial"/>
              </a:rPr>
              <a:t>© 2019 Amazon Web Services, Inc. or its Affiliates. All rights reserved.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9" name="Google Shape;689;p90"/>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300"/>
              <a:buNone/>
            </a:pPr>
            <a:r>
              <a:rPr lang="en-GB" sz="2200" b="1"/>
              <a:t>leermaterialen &amp; labs</a:t>
            </a:r>
            <a:endParaRPr sz="2200" b="1"/>
          </a:p>
        </p:txBody>
      </p:sp>
      <p:sp>
        <p:nvSpPr>
          <p:cNvPr id="690" name="Google Shape;690;p90"/>
          <p:cNvSpPr txBox="1">
            <a:spLocks noGrp="1"/>
          </p:cNvSpPr>
          <p:nvPr>
            <p:ph type="body" idx="1"/>
          </p:nvPr>
        </p:nvSpPr>
        <p:spPr>
          <a:xfrm>
            <a:off x="1170875" y="1203300"/>
            <a:ext cx="7515000" cy="2982600"/>
          </a:xfrm>
          <a:prstGeom prst="rect">
            <a:avLst/>
          </a:prstGeom>
          <a:noFill/>
          <a:ln>
            <a:noFill/>
          </a:ln>
        </p:spPr>
        <p:txBody>
          <a:bodyPr spcFirstLastPara="1" wrap="square" lIns="0" tIns="0" rIns="0" bIns="0" anchor="t" anchorCtr="0">
            <a:noAutofit/>
          </a:bodyPr>
          <a:lstStyle/>
          <a:p>
            <a:pPr marL="457200" lvl="0" indent="0" algn="l" rtl="0">
              <a:lnSpc>
                <a:spcPct val="115000"/>
              </a:lnSpc>
              <a:spcBef>
                <a:spcPts val="0"/>
              </a:spcBef>
              <a:spcAft>
                <a:spcPts val="0"/>
              </a:spcAft>
              <a:buClr>
                <a:schemeClr val="dk1"/>
              </a:buClr>
              <a:buSzPts val="1300"/>
              <a:buFont typeface="Arial"/>
              <a:buNone/>
            </a:pP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endParaRPr lang="en-GB" sz="1100" dirty="0">
              <a:solidFill>
                <a:schemeClr val="dk1"/>
              </a:solidFill>
            </a:endParaRPr>
          </a:p>
          <a:p>
            <a:pPr marL="914400" lvl="0" indent="0" algn="l" rtl="0">
              <a:lnSpc>
                <a:spcPct val="115000"/>
              </a:lnSpc>
              <a:spcBef>
                <a:spcPts val="0"/>
              </a:spcBef>
              <a:spcAft>
                <a:spcPts val="0"/>
              </a:spcAft>
              <a:buNone/>
            </a:pPr>
            <a:endParaRPr sz="1100">
              <a:solidFill>
                <a:schemeClr val="dk1"/>
              </a:solidFill>
            </a:endParaRPr>
          </a:p>
        </p:txBody>
      </p:sp>
      <p:pic>
        <p:nvPicPr>
          <p:cNvPr id="691" name="Google Shape;691;p90"/>
          <p:cNvPicPr preferRelativeResize="0"/>
          <p:nvPr/>
        </p:nvPicPr>
        <p:blipFill rotWithShape="1">
          <a:blip r:embed="rId3">
            <a:alphaModFix/>
          </a:blip>
          <a:srcRect/>
          <a:stretch/>
        </p:blipFill>
        <p:spPr>
          <a:xfrm>
            <a:off x="7000678" y="214378"/>
            <a:ext cx="1906950" cy="827525"/>
          </a:xfrm>
          <a:prstGeom prst="rect">
            <a:avLst/>
          </a:prstGeom>
          <a:noFill/>
          <a:ln>
            <a:noFill/>
          </a:ln>
        </p:spPr>
      </p:pic>
      <p:pic>
        <p:nvPicPr>
          <p:cNvPr id="692" name="Google Shape;692;p90"/>
          <p:cNvPicPr preferRelativeResize="0"/>
          <p:nvPr/>
        </p:nvPicPr>
        <p:blipFill>
          <a:blip r:embed="rId4">
            <a:alphaModFix/>
          </a:blip>
          <a:stretch>
            <a:fillRect/>
          </a:stretch>
        </p:blipFill>
        <p:spPr>
          <a:xfrm>
            <a:off x="181425" y="2098650"/>
            <a:ext cx="827497" cy="827497"/>
          </a:xfrm>
          <a:prstGeom prst="rect">
            <a:avLst/>
          </a:prstGeom>
          <a:noFill/>
          <a:ln>
            <a:noFill/>
          </a:ln>
        </p:spPr>
      </p:pic>
      <p:sp>
        <p:nvSpPr>
          <p:cNvPr id="2" name="TextBox 1">
            <a:extLst>
              <a:ext uri="{FF2B5EF4-FFF2-40B4-BE49-F238E27FC236}">
                <a16:creationId xmlns:a16="http://schemas.microsoft.com/office/drawing/2014/main" id="{C9C1D877-009B-6EE7-5D9E-EE017A43DC4D}"/>
              </a:ext>
            </a:extLst>
          </p:cNvPr>
          <p:cNvSpPr txBox="1"/>
          <p:nvPr/>
        </p:nvSpPr>
        <p:spPr>
          <a:xfrm>
            <a:off x="1155988" y="1253402"/>
            <a:ext cx="68515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5"/>
              </a:rPr>
              <a:t>https://cloudexpert.dubbadub.be/#/6_cloudformation</a:t>
            </a:r>
            <a:r>
              <a:rPr lang="en-US" dirty="0"/>
              <a:t> </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25</Slides>
  <Notes>25</Notes>
  <HiddenSlides>0</HiddenSlides>
  <ScaleCrop>false</ScaleCrop>
  <HeadingPairs>
    <vt:vector size="4" baseType="variant">
      <vt:variant>
        <vt:lpstr>Theme</vt:lpstr>
      </vt:variant>
      <vt:variant>
        <vt:i4>4</vt:i4>
      </vt:variant>
      <vt:variant>
        <vt:lpstr>Slide Titles</vt:lpstr>
      </vt:variant>
      <vt:variant>
        <vt:i4>25</vt:i4>
      </vt:variant>
    </vt:vector>
  </HeadingPairs>
  <TitlesOfParts>
    <vt:vector size="29" baseType="lpstr">
      <vt:lpstr>Simple Light</vt:lpstr>
      <vt:lpstr>Simple Light</vt:lpstr>
      <vt:lpstr>Office Theme</vt:lpstr>
      <vt:lpstr>2_Office Theme</vt:lpstr>
      <vt:lpstr>Cloud Services 2 </vt:lpstr>
      <vt:lpstr>PowerPoint Presentation</vt:lpstr>
      <vt:lpstr>Configuration management in the cloud</vt:lpstr>
      <vt:lpstr>AWS CloudFormation</vt:lpstr>
      <vt:lpstr>AWS CloudFormation terminology</vt:lpstr>
      <vt:lpstr>Template structure</vt:lpstr>
      <vt:lpstr>Launch and delete stacks</vt:lpstr>
      <vt:lpstr>Define parameters in a template</vt:lpstr>
      <vt:lpstr>Reference a parameter</vt:lpstr>
      <vt:lpstr>Ref and other intrinsic functions</vt:lpstr>
      <vt:lpstr>Pseudo parameters</vt:lpstr>
      <vt:lpstr>Define mappings in a template</vt:lpstr>
      <vt:lpstr>Mapping example</vt:lpstr>
      <vt:lpstr>Define resources in a template</vt:lpstr>
      <vt:lpstr>CloudFormation::Init</vt:lpstr>
      <vt:lpstr>User data vs. CloudFormation::Init</vt:lpstr>
      <vt:lpstr>WaitCondition and WaitConditionHandle</vt:lpstr>
      <vt:lpstr>WaitCondition and WaitConditionHandle</vt:lpstr>
      <vt:lpstr>Define outputs in a template</vt:lpstr>
      <vt:lpstr>Additional AWS CloudFormation stack options</vt:lpstr>
      <vt:lpstr>Override for failed update rollbacks</vt:lpstr>
      <vt:lpstr>AWS CloudFormation best practices (1 of 3) </vt:lpstr>
      <vt:lpstr>AWS CloudFormation best practices (2 of 3) </vt:lpstr>
      <vt:lpstr>AWS CloudFormation best practices (3 of 3) </vt:lpstr>
      <vt:lpstr>leermaterialen &amp; labs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Services 2 </dc:title>
  <cp:revision>6</cp:revision>
  <dcterms:modified xsi:type="dcterms:W3CDTF">2026-01-13T14:25:19Z</dcterms:modified>
</cp:coreProperties>
</file>