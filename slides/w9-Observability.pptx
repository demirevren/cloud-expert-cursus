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8" r:id="rId1"/>
    <p:sldMasterId id="2147483699" r:id="rId2"/>
    <p:sldMasterId id="2147483700" r:id="rId3"/>
    <p:sldMasterId id="2147483701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28B0C6-215B-0C8B-D873-3816371CC5AC}" v="5" dt="2023-08-04T11:16:02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438dcf6b14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g1438dcf6b14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921e9c98aa_0_0:notes"/>
          <p:cNvSpPr txBox="1">
            <a:spLocks noGrp="1"/>
          </p:cNvSpPr>
          <p:nvPr>
            <p:ph type="body" idx="1"/>
          </p:nvPr>
        </p:nvSpPr>
        <p:spPr>
          <a:xfrm>
            <a:off x="685784" y="4343396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921e9c98a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43d4e45a4f_0_4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143d4e45a4f_0_4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44af1e5d5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44af1e5d5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144af1e5d5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144af1e5d5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4af1e5d5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144af1e5d5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44af1e5d5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144af1e5d5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44af1e5d5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44af1e5d5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144af1e5d5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144af1e5d5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43d4e45a4f_0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43d4e45a4f_0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44af1e5d5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44af1e5d5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44af1e5d5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144af1e5d5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44af1e5d5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44af1e5d5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44af1e5d5a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44af1e5d5a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44af1e5d5a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44af1e5d5a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44af1e5d5a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144af1e5d5a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44af1e5d5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144af1e5d5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144af1e5d5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144af1e5d5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144af1e5d5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144af1e5d5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44af1e5d5a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44af1e5d5a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44af1e5d5a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44af1e5d5a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44af1e5d5a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44af1e5d5a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44af1e5d5a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144af1e5d5a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44af1e5d5a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144af1e5d5a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144af1e5d5a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144af1e5d5a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44af1e5d5a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144af1e5d5a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144af1e5d5a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144af1e5d5a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44af1e5d5a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144af1e5d5a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44af1e5d5a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44af1e5d5a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144af1e5d5a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144af1e5d5a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1438dcf6b14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8" name="Google Shape;448;g1438dcf6b14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AND_BODY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subTitle" idx="1"/>
          </p:nvPr>
        </p:nvSpPr>
        <p:spPr>
          <a:xfrm>
            <a:off x="457172" y="205067"/>
            <a:ext cx="82287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body" idx="3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2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4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6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26"/>
          <p:cNvSpPr txBox="1">
            <a:spLocks noGrp="1"/>
          </p:cNvSpPr>
          <p:nvPr>
            <p:ph type="body" idx="2"/>
          </p:nvPr>
        </p:nvSpPr>
        <p:spPr>
          <a:xfrm>
            <a:off x="3239388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6"/>
          <p:cNvSpPr txBox="1">
            <a:spLocks noGrp="1"/>
          </p:cNvSpPr>
          <p:nvPr>
            <p:ph type="body" idx="3"/>
          </p:nvPr>
        </p:nvSpPr>
        <p:spPr>
          <a:xfrm>
            <a:off x="6021277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 txBox="1">
            <a:spLocks noGrp="1"/>
          </p:cNvSpPr>
          <p:nvPr>
            <p:ph type="body" idx="4"/>
          </p:nvPr>
        </p:nvSpPr>
        <p:spPr>
          <a:xfrm>
            <a:off x="457172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6"/>
          <p:cNvSpPr txBox="1">
            <a:spLocks noGrp="1"/>
          </p:cNvSpPr>
          <p:nvPr>
            <p:ph type="body" idx="5"/>
          </p:nvPr>
        </p:nvSpPr>
        <p:spPr>
          <a:xfrm>
            <a:off x="3239388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6"/>
          </p:nvPr>
        </p:nvSpPr>
        <p:spPr>
          <a:xfrm>
            <a:off x="6021277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0" name="Google Shape;110;p27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69162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 i="1">
                <a:solidFill>
                  <a:srgbClr val="6AA84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30"/>
          <p:cNvPicPr preferRelativeResize="0"/>
          <p:nvPr/>
        </p:nvPicPr>
        <p:blipFill rotWithShape="1">
          <a:blip r:embed="rId2">
            <a:alphaModFix/>
          </a:blip>
          <a:srcRect l="16443" t="7295"/>
          <a:stretch/>
        </p:blipFill>
        <p:spPr>
          <a:xfrm>
            <a:off x="3740385" y="418200"/>
            <a:ext cx="5403615" cy="396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0"/>
          <p:cNvSpPr txBox="1">
            <a:spLocks noGrp="1"/>
          </p:cNvSpPr>
          <p:nvPr>
            <p:ph type="ctrTitle"/>
          </p:nvPr>
        </p:nvSpPr>
        <p:spPr>
          <a:xfrm>
            <a:off x="297175" y="1144175"/>
            <a:ext cx="41199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297175" y="2266550"/>
            <a:ext cx="3662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angepaste lay-out 1">
  <p:cSld name="CUSTOM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71275" y="-25"/>
            <a:ext cx="4472726" cy="510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31"/>
          <p:cNvSpPr txBox="1">
            <a:spLocks noGrp="1"/>
          </p:cNvSpPr>
          <p:nvPr>
            <p:ph type="title"/>
          </p:nvPr>
        </p:nvSpPr>
        <p:spPr>
          <a:xfrm>
            <a:off x="4584150" y="1512950"/>
            <a:ext cx="4366200" cy="9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1"/>
          <p:cNvSpPr/>
          <p:nvPr/>
        </p:nvSpPr>
        <p:spPr>
          <a:xfrm>
            <a:off x="0" y="-25"/>
            <a:ext cx="45405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31"/>
          <p:cNvSpPr txBox="1">
            <a:spLocks noGrp="1"/>
          </p:cNvSpPr>
          <p:nvPr>
            <p:ph type="subTitle" idx="1"/>
          </p:nvPr>
        </p:nvSpPr>
        <p:spPr>
          <a:xfrm>
            <a:off x="4830450" y="2499050"/>
            <a:ext cx="3662100" cy="55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2" name="Google Shape;132;p31"/>
          <p:cNvSpPr txBox="1">
            <a:spLocks noGrp="1"/>
          </p:cNvSpPr>
          <p:nvPr>
            <p:ph type="body" idx="2"/>
          </p:nvPr>
        </p:nvSpPr>
        <p:spPr>
          <a:xfrm>
            <a:off x="4907675" y="3102100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6" name="Google Shape;136;p32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0" name="Google Shape;140;p33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3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4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6" name="Google Shape;146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34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1" name="Google Shape;151;p35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6"/>
          <p:cNvSpPr txBox="1">
            <a:spLocks noGrp="1"/>
          </p:cNvSpPr>
          <p:nvPr>
            <p:ph type="title"/>
          </p:nvPr>
        </p:nvSpPr>
        <p:spPr>
          <a:xfrm>
            <a:off x="334175" y="450150"/>
            <a:ext cx="85653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5" name="Google Shape;155;p36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9" name="Google Shape;159;p37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60" name="Google Shape;160;p37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1" name="Google Shape;161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2" name="Google Shape;162;p37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65" name="Google Shape;165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6" name="Google Shape;166;p38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9" name="Google Shape;169;p3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1" name="Google Shape;171;p39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4" name="Google Shape;174;p40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43"/>
          <p:cNvSpPr txBox="1">
            <a:spLocks noGrp="1"/>
          </p:cNvSpPr>
          <p:nvPr>
            <p:ph type="subTitle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4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4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45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45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6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subTitle" idx="1"/>
          </p:nvPr>
        </p:nvSpPr>
        <p:spPr>
          <a:xfrm>
            <a:off x="457172" y="205067"/>
            <a:ext cx="8228700" cy="39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8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48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48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9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3" name="Google Shape;203;p49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49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49"/>
          <p:cNvSpPr txBox="1">
            <a:spLocks noGrp="1"/>
          </p:cNvSpPr>
          <p:nvPr>
            <p:ph type="body" idx="3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0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0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50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50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5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51"/>
          <p:cNvSpPr txBox="1">
            <a:spLocks noGrp="1"/>
          </p:cNvSpPr>
          <p:nvPr>
            <p:ph type="body" idx="2"/>
          </p:nvPr>
        </p:nvSpPr>
        <p:spPr>
          <a:xfrm>
            <a:off x="457172" y="2761220"/>
            <a:ext cx="82287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2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2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52"/>
          <p:cNvSpPr txBox="1">
            <a:spLocks noGrp="1"/>
          </p:cNvSpPr>
          <p:nvPr>
            <p:ph type="body" idx="2"/>
          </p:nvPr>
        </p:nvSpPr>
        <p:spPr>
          <a:xfrm>
            <a:off x="4673927" y="1203299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52"/>
          <p:cNvSpPr txBox="1">
            <a:spLocks noGrp="1"/>
          </p:cNvSpPr>
          <p:nvPr>
            <p:ph type="body" idx="3"/>
          </p:nvPr>
        </p:nvSpPr>
        <p:spPr>
          <a:xfrm>
            <a:off x="457172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52"/>
          <p:cNvSpPr txBox="1">
            <a:spLocks noGrp="1"/>
          </p:cNvSpPr>
          <p:nvPr>
            <p:ph type="body" idx="4"/>
          </p:nvPr>
        </p:nvSpPr>
        <p:spPr>
          <a:xfrm>
            <a:off x="4673927" y="2761220"/>
            <a:ext cx="40155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5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53"/>
          <p:cNvSpPr txBox="1">
            <a:spLocks noGrp="1"/>
          </p:cNvSpPr>
          <p:nvPr>
            <p:ph type="body" idx="2"/>
          </p:nvPr>
        </p:nvSpPr>
        <p:spPr>
          <a:xfrm>
            <a:off x="3239388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p53"/>
          <p:cNvSpPr txBox="1">
            <a:spLocks noGrp="1"/>
          </p:cNvSpPr>
          <p:nvPr>
            <p:ph type="body" idx="3"/>
          </p:nvPr>
        </p:nvSpPr>
        <p:spPr>
          <a:xfrm>
            <a:off x="6021277" y="1203299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3"/>
          <p:cNvSpPr txBox="1">
            <a:spLocks noGrp="1"/>
          </p:cNvSpPr>
          <p:nvPr>
            <p:ph type="body" idx="4"/>
          </p:nvPr>
        </p:nvSpPr>
        <p:spPr>
          <a:xfrm>
            <a:off x="457172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53"/>
          <p:cNvSpPr txBox="1">
            <a:spLocks noGrp="1"/>
          </p:cNvSpPr>
          <p:nvPr>
            <p:ph type="body" idx="5"/>
          </p:nvPr>
        </p:nvSpPr>
        <p:spPr>
          <a:xfrm>
            <a:off x="3239388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53"/>
          <p:cNvSpPr txBox="1">
            <a:spLocks noGrp="1"/>
          </p:cNvSpPr>
          <p:nvPr>
            <p:ph type="body" idx="6"/>
          </p:nvPr>
        </p:nvSpPr>
        <p:spPr>
          <a:xfrm>
            <a:off x="6021277" y="2761220"/>
            <a:ext cx="2649300" cy="14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91440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137160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182880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228600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274320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320040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365760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411480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32" name="Google Shape;232;p54"/>
          <p:cNvSpPr/>
          <p:nvPr/>
        </p:nvSpPr>
        <p:spPr>
          <a:xfrm>
            <a:off x="-77550" y="5089100"/>
            <a:ext cx="9299100" cy="1272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4"/>
          <p:cNvSpPr txBox="1">
            <a:spLocks noGrp="1"/>
          </p:cNvSpPr>
          <p:nvPr>
            <p:ph type="subTitle" idx="2"/>
          </p:nvPr>
        </p:nvSpPr>
        <p:spPr>
          <a:xfrm>
            <a:off x="0" y="0"/>
            <a:ext cx="6916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 i="1">
                <a:solidFill>
                  <a:srgbClr val="6AA84F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4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None/>
              <a:defRPr sz="2800" b="1">
                <a:solidFill>
                  <a:srgbClr val="38761D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45717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300"/>
              <a:buNone/>
              <a:defRPr sz="1600" b="0" i="0" u="none" strike="noStrike" cap="none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55584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spcBef>
                <a:spcPts val="0"/>
              </a:spcBef>
              <a:buNone/>
              <a:defRPr sz="13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>
            <a:spLocks noGrp="1"/>
          </p:cNvSpPr>
          <p:nvPr>
            <p:ph type="title"/>
          </p:nvPr>
        </p:nvSpPr>
        <p:spPr>
          <a:xfrm>
            <a:off x="132250" y="129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800"/>
              <a:buFont typeface="Arial"/>
              <a:buNone/>
              <a:defRPr sz="2800" b="1" i="0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1" name="Google Shape;121;p29"/>
          <p:cNvSpPr txBox="1"/>
          <p:nvPr/>
        </p:nvSpPr>
        <p:spPr>
          <a:xfrm>
            <a:off x="-46325" y="-95350"/>
            <a:ext cx="61146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GB" sz="1000" b="0" i="1" u="none" strike="noStrike" cap="none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rPr>
              <a:t>Afstandsles (Lesweek 30/30-3/04)  1TIN security essentials 2019-2020 </a:t>
            </a:r>
            <a:endParaRPr sz="1000" b="0" i="1" u="none" strike="noStrike" cap="none">
              <a:solidFill>
                <a:srgbClr val="38761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1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41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41"/>
          <p:cNvSpPr txBox="1">
            <a:spLocks noGrp="1"/>
          </p:cNvSpPr>
          <p:nvPr>
            <p:ph type="dt" idx="10"/>
          </p:nvPr>
        </p:nvSpPr>
        <p:spPr>
          <a:xfrm>
            <a:off x="45717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9" name="Google Shape;179;p41"/>
          <p:cNvSpPr txBox="1">
            <a:spLocks noGrp="1"/>
          </p:cNvSpPr>
          <p:nvPr>
            <p:ph type="ftr" idx="11"/>
          </p:nvPr>
        </p:nvSpPr>
        <p:spPr>
          <a:xfrm>
            <a:off x="3127054" y="4685192"/>
            <a:ext cx="28980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41"/>
          <p:cNvSpPr txBox="1">
            <a:spLocks noGrp="1"/>
          </p:cNvSpPr>
          <p:nvPr>
            <p:ph type="sldNum" idx="12"/>
          </p:nvPr>
        </p:nvSpPr>
        <p:spPr>
          <a:xfrm>
            <a:off x="6555842" y="4685192"/>
            <a:ext cx="2130300" cy="3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5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3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1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2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AmazonWebServices/observability-for-modern-application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5"/>
          <p:cNvSpPr txBox="1">
            <a:spLocks noGrp="1"/>
          </p:cNvSpPr>
          <p:nvPr>
            <p:ph type="ctrTitle"/>
          </p:nvPr>
        </p:nvSpPr>
        <p:spPr>
          <a:xfrm>
            <a:off x="452900" y="690325"/>
            <a:ext cx="4119900" cy="10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Cloud Services 2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/>
          </a:p>
        </p:txBody>
      </p:sp>
      <p:sp>
        <p:nvSpPr>
          <p:cNvPr id="240" name="Google Shape;240;p55"/>
          <p:cNvSpPr txBox="1">
            <a:spLocks noGrp="1"/>
          </p:cNvSpPr>
          <p:nvPr>
            <p:ph type="subTitle" idx="1"/>
          </p:nvPr>
        </p:nvSpPr>
        <p:spPr>
          <a:xfrm>
            <a:off x="1120800" y="2070900"/>
            <a:ext cx="36621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 b="1"/>
              <a:t>Amazon Web Services</a:t>
            </a:r>
            <a:endParaRPr b="1"/>
          </a:p>
        </p:txBody>
      </p:sp>
      <p:sp>
        <p:nvSpPr>
          <p:cNvPr id="241" name="Google Shape;241;p55"/>
          <p:cNvSpPr/>
          <p:nvPr/>
        </p:nvSpPr>
        <p:spPr>
          <a:xfrm>
            <a:off x="0" y="0"/>
            <a:ext cx="4809300" cy="458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6"/>
          <p:cNvSpPr txBox="1"/>
          <p:nvPr/>
        </p:nvSpPr>
        <p:spPr>
          <a:xfrm>
            <a:off x="457625" y="176971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6"/>
          <p:cNvSpPr txBox="1"/>
          <p:nvPr/>
        </p:nvSpPr>
        <p:spPr>
          <a:xfrm>
            <a:off x="627092" y="3785027"/>
            <a:ext cx="7888800" cy="13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2925" tIns="82925" rIns="82925" bIns="829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2200"/>
              </a:spcBef>
              <a:spcAft>
                <a:spcPts val="500"/>
              </a:spcAft>
              <a:buNone/>
            </a:pPr>
            <a:r>
              <a:rPr lang="en-GB" sz="2100" b="1">
                <a:solidFill>
                  <a:schemeClr val="lt1"/>
                </a:solidFill>
              </a:rPr>
              <a:t>Observability</a:t>
            </a: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48" name="Google Shape;248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2338" y="1431715"/>
            <a:ext cx="3739325" cy="228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55" name="Google Shape;2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62" name="Google Shape;26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69" name="Google Shape;2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76" name="Google Shape;27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83" name="Google Shape;2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6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90" name="Google Shape;29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297" name="Google Shape;29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6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04" name="Google Shape;304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5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11" name="Google Shape;31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6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18" name="Google Shape;31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25" name="Google Shape;325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6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32" name="Google Shape;33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20888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39" name="Google Shape;339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46" name="Google Shape;34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7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53" name="Google Shape;35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60" name="Google Shape;36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860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67" name="Google Shape;367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7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74" name="Google Shape;37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75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81" name="Google Shape;381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6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88" name="Google Shape;38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77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395" name="Google Shape;39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8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02" name="Google Shape;402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9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09" name="Google Shape;40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80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16" name="Google Shape;41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1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23" name="Google Shape;42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82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30" name="Google Shape;430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3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37" name="Google Shape;437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84"/>
          <p:cNvSpPr txBox="1"/>
          <p:nvPr/>
        </p:nvSpPr>
        <p:spPr>
          <a:xfrm>
            <a:off x="1350975" y="497738"/>
            <a:ext cx="5094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lt1"/>
              </a:solidFill>
            </a:endParaRPr>
          </a:p>
        </p:txBody>
      </p:sp>
      <p:pic>
        <p:nvPicPr>
          <p:cNvPr id="444" name="Google Shape;44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113" y="655213"/>
            <a:ext cx="6814333" cy="3833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5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GB" sz="2200" b="1">
                <a:solidFill>
                  <a:schemeClr val="lt1"/>
                </a:solidFill>
              </a:rPr>
              <a:t>Extra leermaterialen &amp; labs</a:t>
            </a:r>
            <a:endParaRPr sz="2200" b="1">
              <a:solidFill>
                <a:schemeClr val="lt1"/>
              </a:solidFill>
            </a:endParaRPr>
          </a:p>
        </p:txBody>
      </p:sp>
      <p:sp>
        <p:nvSpPr>
          <p:cNvPr id="451" name="Google Shape;451;p85"/>
          <p:cNvSpPr txBox="1">
            <a:spLocks noGrp="1"/>
          </p:cNvSpPr>
          <p:nvPr>
            <p:ph type="body" idx="1"/>
          </p:nvPr>
        </p:nvSpPr>
        <p:spPr>
          <a:xfrm>
            <a:off x="1170875" y="1203300"/>
            <a:ext cx="7515000" cy="3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5875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</a:pPr>
            <a:endParaRPr lang="en-GB"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 err="1">
                <a:solidFill>
                  <a:schemeClr val="lt1"/>
                </a:solidFill>
              </a:rPr>
              <a:t>Bronvermelding</a:t>
            </a:r>
            <a:r>
              <a:rPr lang="en-GB" sz="1100" dirty="0">
                <a:solidFill>
                  <a:schemeClr val="lt1"/>
                </a:solidFill>
              </a:rPr>
              <a:t> slides:</a:t>
            </a:r>
            <a:endParaRPr sz="1100" dirty="0">
              <a:solidFill>
                <a:schemeClr val="lt1"/>
              </a:solidFill>
            </a:endParaRPr>
          </a:p>
          <a:p>
            <a:pPr indent="-298450">
              <a:lnSpc>
                <a:spcPct val="115000"/>
              </a:lnSpc>
              <a:buClr>
                <a:schemeClr val="lt1"/>
              </a:buClr>
              <a:buSzPts val="1100"/>
              <a:buChar char="●"/>
            </a:pPr>
            <a:r>
              <a:rPr lang="en-GB" sz="1100" dirty="0">
                <a:solidFill>
                  <a:schemeClr val="lt1"/>
                </a:solidFill>
              </a:rPr>
              <a:t>AWS </a:t>
            </a:r>
            <a:r>
              <a:rPr lang="en-GB" sz="1100" dirty="0" err="1">
                <a:solidFill>
                  <a:schemeClr val="lt1"/>
                </a:solidFill>
              </a:rPr>
              <a:t>Techtalk</a:t>
            </a:r>
            <a:r>
              <a:rPr lang="en-GB" sz="1100" dirty="0">
                <a:solidFill>
                  <a:schemeClr val="lt1"/>
                </a:solidFill>
              </a:rPr>
              <a:t>:</a:t>
            </a:r>
            <a:r>
              <a:rPr lang="en-GB" sz="1100" dirty="0">
                <a:solidFill>
                  <a:schemeClr val="dk1"/>
                </a:solidFill>
              </a:rPr>
              <a:t> </a:t>
            </a:r>
            <a:r>
              <a:rPr lang="en-GB" sz="1100" u="sng" dirty="0">
                <a:solidFill>
                  <a:schemeClr val="hlink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https://www.slideshare.net/AmazonWebServices/observability-for-modern-applications</a:t>
            </a:r>
            <a:r>
              <a:rPr lang="en-GB" sz="1100" dirty="0">
                <a:solidFill>
                  <a:schemeClr val="dk1"/>
                </a:solidFill>
              </a:rPr>
              <a:t> 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452" name="Google Shape;452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25" y="2280825"/>
            <a:ext cx="827525" cy="82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90493" y="352324"/>
            <a:ext cx="1543306" cy="507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31</Slides>
  <Notes>31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Simple Light</vt:lpstr>
      <vt:lpstr>Office Theme</vt:lpstr>
      <vt:lpstr>Simple Light</vt:lpstr>
      <vt:lpstr>Office Theme</vt:lpstr>
      <vt:lpstr>Cloud Services 2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 leermaterialen &amp; labs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Services 2 </dc:title>
  <cp:revision>3</cp:revision>
  <dcterms:modified xsi:type="dcterms:W3CDTF">2026-01-13T14:25:51Z</dcterms:modified>
</cp:coreProperties>
</file>